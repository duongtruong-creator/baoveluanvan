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6" r:id="rId5"/>
    <p:sldId id="259" r:id="rId6"/>
    <p:sldId id="268" r:id="rId7"/>
    <p:sldId id="269" r:id="rId8"/>
    <p:sldId id="281" r:id="rId9"/>
    <p:sldId id="282" r:id="rId10"/>
    <p:sldId id="283" r:id="rId11"/>
    <p:sldId id="26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63" r:id="rId22"/>
    <p:sldId id="271" r:id="rId23"/>
    <p:sldId id="265" r:id="rId24"/>
    <p:sldId id="270" r:id="rId25"/>
  </p:sldIdLst>
  <p:sldSz cx="18288000" cy="10287000"/>
  <p:notesSz cx="6858000" cy="9144000"/>
  <p:embeddedFontLs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D4B"/>
    <a:srgbClr val="C7D3C0"/>
    <a:srgbClr val="E7EFDD"/>
    <a:srgbClr val="EFEBDD"/>
    <a:srgbClr val="329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D45F0-3E36-4B6A-8D45-2C4C9E187A9A}" v="3" dt="2026-10-05T08:47:05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Quynh" userId="49df875a03368b3c" providerId="LiveId" clId="{4BA4FFDC-1345-4871-AEFF-1B1EB01E9B0F}"/>
    <pc:docChg chg="undo custSel addSld delSld modSld sldOrd modShowInfo">
      <pc:chgData name="Dan Quynh" userId="49df875a03368b3c" providerId="LiveId" clId="{4BA4FFDC-1345-4871-AEFF-1B1EB01E9B0F}" dt="2026-10-06T02:08:46.736" v="7339" actId="20577"/>
      <pc:docMkLst>
        <pc:docMk/>
      </pc:docMkLst>
      <pc:sldChg chg="addSp delSp modSp mod">
        <pc:chgData name="Dan Quynh" userId="49df875a03368b3c" providerId="LiveId" clId="{4BA4FFDC-1345-4871-AEFF-1B1EB01E9B0F}" dt="2026-10-05T09:16:57.105" v="7130" actId="20577"/>
        <pc:sldMkLst>
          <pc:docMk/>
          <pc:sldMk cId="0" sldId="256"/>
        </pc:sldMkLst>
        <pc:spChg chg="add mod">
          <ac:chgData name="Dan Quynh" userId="49df875a03368b3c" providerId="LiveId" clId="{4BA4FFDC-1345-4871-AEFF-1B1EB01E9B0F}" dt="2026-10-05T09:16:57.105" v="7130" actId="20577"/>
          <ac:spMkLst>
            <pc:docMk/>
            <pc:sldMk cId="0" sldId="256"/>
            <ac:spMk id="4" creationId="{6B44963D-CB7F-A3F9-85C7-9515EDF3CF8D}"/>
          </ac:spMkLst>
        </pc:spChg>
        <pc:spChg chg="mod">
          <ac:chgData name="Dan Quynh" userId="49df875a03368b3c" providerId="LiveId" clId="{4BA4FFDC-1345-4871-AEFF-1B1EB01E9B0F}" dt="2026-10-04T05:23:47.941" v="3739" actId="1036"/>
          <ac:spMkLst>
            <pc:docMk/>
            <pc:sldMk cId="0" sldId="256"/>
            <ac:spMk id="23" creationId="{8234E6F2-8038-564D-2DFA-5D4DBFF8283D}"/>
          </ac:spMkLst>
        </pc:spChg>
        <pc:spChg chg="mod">
          <ac:chgData name="Dan Quynh" userId="49df875a03368b3c" providerId="LiveId" clId="{4BA4FFDC-1345-4871-AEFF-1B1EB01E9B0F}" dt="2026-10-01T02:48:48.333" v="276" actId="207"/>
          <ac:spMkLst>
            <pc:docMk/>
            <pc:sldMk cId="0" sldId="256"/>
            <ac:spMk id="25" creationId="{5B227B5F-6022-D317-E898-146C2329C569}"/>
          </ac:spMkLst>
        </pc:spChg>
        <pc:spChg chg="mod">
          <ac:chgData name="Dan Quynh" userId="49df875a03368b3c" providerId="LiveId" clId="{4BA4FFDC-1345-4871-AEFF-1B1EB01E9B0F}" dt="2026-10-01T02:43:58.799" v="176" actId="207"/>
          <ac:spMkLst>
            <pc:docMk/>
            <pc:sldMk cId="0" sldId="256"/>
            <ac:spMk id="27" creationId="{F0E51FAB-FB23-A02B-AC51-C50A0C7DBCF6}"/>
          </ac:spMkLst>
        </pc:spChg>
        <pc:spChg chg="mod">
          <ac:chgData name="Dan Quynh" userId="49df875a03368b3c" providerId="LiveId" clId="{4BA4FFDC-1345-4871-AEFF-1B1EB01E9B0F}" dt="2026-10-05T08:43:21.814" v="6981" actId="20577"/>
          <ac:spMkLst>
            <pc:docMk/>
            <pc:sldMk cId="0" sldId="256"/>
            <ac:spMk id="33" creationId="{EE70E570-86D0-6495-CDAB-0F6F2B9F839D}"/>
          </ac:spMkLst>
        </pc:spChg>
        <pc:picChg chg="add mod">
          <ac:chgData name="Dan Quynh" userId="49df875a03368b3c" providerId="LiveId" clId="{4BA4FFDC-1345-4871-AEFF-1B1EB01E9B0F}" dt="2026-10-01T02:34:02.139" v="57" actId="1076"/>
          <ac:picMkLst>
            <pc:docMk/>
            <pc:sldMk cId="0" sldId="256"/>
            <ac:picMk id="3" creationId="{D89A2DE7-0DFD-682D-DDDE-330B243CFE49}"/>
          </ac:picMkLst>
        </pc:picChg>
      </pc:sldChg>
      <pc:sldChg chg="addSp modSp mod">
        <pc:chgData name="Dan Quynh" userId="49df875a03368b3c" providerId="LiveId" clId="{4BA4FFDC-1345-4871-AEFF-1B1EB01E9B0F}" dt="2026-10-06T01:38:26.011" v="7139" actId="1036"/>
        <pc:sldMkLst>
          <pc:docMk/>
          <pc:sldMk cId="0" sldId="257"/>
        </pc:sldMkLst>
        <pc:spChg chg="mod">
          <ac:chgData name="Dan Quynh" userId="49df875a03368b3c" providerId="LiveId" clId="{4BA4FFDC-1345-4871-AEFF-1B1EB01E9B0F}" dt="2026-09-30T03:43:31.644" v="41" actId="255"/>
          <ac:spMkLst>
            <pc:docMk/>
            <pc:sldMk cId="0" sldId="257"/>
            <ac:spMk id="2" creationId="{00000000-0000-0000-0000-000000000000}"/>
          </ac:spMkLst>
        </pc:spChg>
        <pc:spChg chg="add mod ord">
          <ac:chgData name="Dan Quynh" userId="49df875a03368b3c" providerId="LiveId" clId="{4BA4FFDC-1345-4871-AEFF-1B1EB01E9B0F}" dt="2026-09-30T03:46:57.103" v="51" actId="1076"/>
          <ac:spMkLst>
            <pc:docMk/>
            <pc:sldMk cId="0" sldId="257"/>
            <ac:spMk id="4" creationId="{6A0512CC-3F1E-487E-4744-FF1B44C02A67}"/>
          </ac:spMkLst>
        </pc:spChg>
        <pc:graphicFrameChg chg="mod modGraphic">
          <ac:chgData name="Dan Quynh" userId="49df875a03368b3c" providerId="LiveId" clId="{4BA4FFDC-1345-4871-AEFF-1B1EB01E9B0F}" dt="2026-10-06T01:38:26.011" v="7139" actId="1036"/>
          <ac:graphicFrameMkLst>
            <pc:docMk/>
            <pc:sldMk cId="0" sldId="257"/>
            <ac:graphicFrameMk id="72" creationId="{4EA320B7-4983-8741-62CA-812AF035432C}"/>
          </ac:graphicFrameMkLst>
        </pc:graphicFrameChg>
        <pc:picChg chg="add mod">
          <ac:chgData name="Dan Quynh" userId="49df875a03368b3c" providerId="LiveId" clId="{4BA4FFDC-1345-4871-AEFF-1B1EB01E9B0F}" dt="2026-10-06T01:37:25.669" v="7133" actId="1076"/>
          <ac:picMkLst>
            <pc:docMk/>
            <pc:sldMk cId="0" sldId="257"/>
            <ac:picMk id="5" creationId="{1B81898F-40A2-CCF8-FDCA-81A1012206A7}"/>
          </ac:picMkLst>
        </pc:picChg>
      </pc:sldChg>
      <pc:sldChg chg="addSp delSp modSp mod">
        <pc:chgData name="Dan Quynh" userId="49df875a03368b3c" providerId="LiveId" clId="{4BA4FFDC-1345-4871-AEFF-1B1EB01E9B0F}" dt="2026-10-02T14:42:35.854" v="2599" actId="123"/>
        <pc:sldMkLst>
          <pc:docMk/>
          <pc:sldMk cId="0" sldId="258"/>
        </pc:sldMkLst>
        <pc:spChg chg="mod">
          <ac:chgData name="Dan Quynh" userId="49df875a03368b3c" providerId="LiveId" clId="{4BA4FFDC-1345-4871-AEFF-1B1EB01E9B0F}" dt="2026-10-02T14:42:35.854" v="2599" actId="123"/>
          <ac:spMkLst>
            <pc:docMk/>
            <pc:sldMk cId="0" sldId="258"/>
            <ac:spMk id="4" creationId="{00000000-0000-0000-0000-000000000000}"/>
          </ac:spMkLst>
        </pc:spChg>
        <pc:spChg chg="add del mod">
          <ac:chgData name="Dan Quynh" userId="49df875a03368b3c" providerId="LiveId" clId="{4BA4FFDC-1345-4871-AEFF-1B1EB01E9B0F}" dt="2026-10-01T03:26:23.152" v="962" actId="1076"/>
          <ac:spMkLst>
            <pc:docMk/>
            <pc:sldMk cId="0" sldId="258"/>
            <ac:spMk id="9" creationId="{564CD95F-DA84-F33A-44C6-4B91588F665C}"/>
          </ac:spMkLst>
        </pc:spChg>
        <pc:spChg chg="add mod">
          <ac:chgData name="Dan Quynh" userId="49df875a03368b3c" providerId="LiveId" clId="{4BA4FFDC-1345-4871-AEFF-1B1EB01E9B0F}" dt="2026-10-01T03:13:39.524" v="376" actId="207"/>
          <ac:spMkLst>
            <pc:docMk/>
            <pc:sldMk cId="0" sldId="258"/>
            <ac:spMk id="16" creationId="{F9B3C52E-308A-4F36-3323-7C60148CE2EA}"/>
          </ac:spMkLst>
        </pc:spChg>
        <pc:spChg chg="add mod">
          <ac:chgData name="Dan Quynh" userId="49df875a03368b3c" providerId="LiveId" clId="{4BA4FFDC-1345-4871-AEFF-1B1EB01E9B0F}" dt="2026-10-01T06:02:58.068" v="1481" actId="123"/>
          <ac:spMkLst>
            <pc:docMk/>
            <pc:sldMk cId="0" sldId="258"/>
            <ac:spMk id="17" creationId="{4C4D9E39-3439-3BB1-5A4F-6D94623C4020}"/>
          </ac:spMkLst>
        </pc:spChg>
        <pc:spChg chg="add mod">
          <ac:chgData name="Dan Quynh" userId="49df875a03368b3c" providerId="LiveId" clId="{4BA4FFDC-1345-4871-AEFF-1B1EB01E9B0F}" dt="2026-10-01T06:03:02.129" v="1482" actId="123"/>
          <ac:spMkLst>
            <pc:docMk/>
            <pc:sldMk cId="0" sldId="258"/>
            <ac:spMk id="20" creationId="{4B5A3F14-AF50-F883-C100-D9D72EBA2F55}"/>
          </ac:spMkLst>
        </pc:spChg>
        <pc:spChg chg="add mod">
          <ac:chgData name="Dan Quynh" userId="49df875a03368b3c" providerId="LiveId" clId="{4BA4FFDC-1345-4871-AEFF-1B1EB01E9B0F}" dt="2026-10-01T03:26:23.152" v="962" actId="1076"/>
          <ac:spMkLst>
            <pc:docMk/>
            <pc:sldMk cId="0" sldId="258"/>
            <ac:spMk id="24" creationId="{B9504DD6-8053-2B3F-D8E7-F4D780FEEB13}"/>
          </ac:spMkLst>
        </pc:spChg>
        <pc:spChg chg="add mod">
          <ac:chgData name="Dan Quynh" userId="49df875a03368b3c" providerId="LiveId" clId="{4BA4FFDC-1345-4871-AEFF-1B1EB01E9B0F}" dt="2026-10-01T06:03:05.704" v="1483" actId="123"/>
          <ac:spMkLst>
            <pc:docMk/>
            <pc:sldMk cId="0" sldId="258"/>
            <ac:spMk id="26" creationId="{DA960C94-3483-FE56-C2AE-E53CBB9F7405}"/>
          </ac:spMkLst>
        </pc:spChg>
        <pc:spChg chg="add mod">
          <ac:chgData name="Dan Quynh" userId="49df875a03368b3c" providerId="LiveId" clId="{4BA4FFDC-1345-4871-AEFF-1B1EB01E9B0F}" dt="2026-10-01T03:26:23.152" v="962" actId="1076"/>
          <ac:spMkLst>
            <pc:docMk/>
            <pc:sldMk cId="0" sldId="258"/>
            <ac:spMk id="27" creationId="{E70B3847-C29C-47DC-0393-EDF383074BF9}"/>
          </ac:spMkLst>
        </pc:spChg>
        <pc:spChg chg="add mod">
          <ac:chgData name="Dan Quynh" userId="49df875a03368b3c" providerId="LiveId" clId="{4BA4FFDC-1345-4871-AEFF-1B1EB01E9B0F}" dt="2026-10-01T06:03:09.370" v="1484" actId="123"/>
          <ac:spMkLst>
            <pc:docMk/>
            <pc:sldMk cId="0" sldId="258"/>
            <ac:spMk id="28" creationId="{C3AD4CB1-1EBE-F07A-0996-02EA9CD48A96}"/>
          </ac:spMkLst>
        </pc:spChg>
        <pc:spChg chg="add mod">
          <ac:chgData name="Dan Quynh" userId="49df875a03368b3c" providerId="LiveId" clId="{4BA4FFDC-1345-4871-AEFF-1B1EB01E9B0F}" dt="2026-10-01T03:26:23.152" v="962" actId="1076"/>
          <ac:spMkLst>
            <pc:docMk/>
            <pc:sldMk cId="0" sldId="258"/>
            <ac:spMk id="29" creationId="{3BC6E8D2-C193-0C6E-D420-71D8B5546A6C}"/>
          </ac:spMkLst>
        </pc:spChg>
        <pc:spChg chg="add mod">
          <ac:chgData name="Dan Quynh" userId="49df875a03368b3c" providerId="LiveId" clId="{4BA4FFDC-1345-4871-AEFF-1B1EB01E9B0F}" dt="2026-10-01T06:03:12.234" v="1485" actId="123"/>
          <ac:spMkLst>
            <pc:docMk/>
            <pc:sldMk cId="0" sldId="258"/>
            <ac:spMk id="30" creationId="{743BDF9D-CAFA-5FDA-4382-B2B06BA0A754}"/>
          </ac:spMkLst>
        </pc:spChg>
        <pc:picChg chg="add">
          <ac:chgData name="Dan Quynh" userId="49df875a03368b3c" providerId="LiveId" clId="{4BA4FFDC-1345-4871-AEFF-1B1EB01E9B0F}" dt="2026-10-01T03:15:32.686" v="543" actId="22"/>
          <ac:picMkLst>
            <pc:docMk/>
            <pc:sldMk cId="0" sldId="258"/>
            <ac:picMk id="19" creationId="{829248C0-CFB3-2E00-DDD4-292DED6A546E}"/>
          </ac:picMkLst>
        </pc:picChg>
      </pc:sldChg>
      <pc:sldChg chg="addSp delSp modSp mod">
        <pc:chgData name="Dan Quynh" userId="49df875a03368b3c" providerId="LiveId" clId="{4BA4FFDC-1345-4871-AEFF-1B1EB01E9B0F}" dt="2026-10-06T01:39:02.584" v="7141" actId="20577"/>
        <pc:sldMkLst>
          <pc:docMk/>
          <pc:sldMk cId="0" sldId="259"/>
        </pc:sldMkLst>
        <pc:spChg chg="add mod">
          <ac:chgData name="Dan Quynh" userId="49df875a03368b3c" providerId="LiveId" clId="{4BA4FFDC-1345-4871-AEFF-1B1EB01E9B0F}" dt="2026-10-01T06:42:02.093" v="1689" actId="14100"/>
          <ac:spMkLst>
            <pc:docMk/>
            <pc:sldMk cId="0" sldId="259"/>
            <ac:spMk id="3" creationId="{23CEC28A-434A-A6D1-74DB-8FD8527FC7EF}"/>
          </ac:spMkLst>
        </pc:spChg>
        <pc:spChg chg="add mod">
          <ac:chgData name="Dan Quynh" userId="49df875a03368b3c" providerId="LiveId" clId="{4BA4FFDC-1345-4871-AEFF-1B1EB01E9B0F}" dt="2026-10-06T01:39:02.584" v="7141" actId="20577"/>
          <ac:spMkLst>
            <pc:docMk/>
            <pc:sldMk cId="0" sldId="259"/>
            <ac:spMk id="4" creationId="{1BE7554B-0AC2-A7DE-4D2B-E548D9970D4F}"/>
          </ac:spMkLst>
        </pc:spChg>
        <pc:spChg chg="add mod">
          <ac:chgData name="Dan Quynh" userId="49df875a03368b3c" providerId="LiveId" clId="{4BA4FFDC-1345-4871-AEFF-1B1EB01E9B0F}" dt="2026-10-04T01:39:55.103" v="3224" actId="255"/>
          <ac:spMkLst>
            <pc:docMk/>
            <pc:sldMk cId="0" sldId="259"/>
            <ac:spMk id="5" creationId="{797BCD95-CDD3-C311-EBB1-DEFB6A30D78D}"/>
          </ac:spMkLst>
        </pc:spChg>
        <pc:spChg chg="add mod">
          <ac:chgData name="Dan Quynh" userId="49df875a03368b3c" providerId="LiveId" clId="{4BA4FFDC-1345-4871-AEFF-1B1EB01E9B0F}" dt="2026-10-01T06:42:10.884" v="1692" actId="14100"/>
          <ac:spMkLst>
            <pc:docMk/>
            <pc:sldMk cId="0" sldId="259"/>
            <ac:spMk id="6" creationId="{B1D58684-F9CF-92EA-C7DD-D0E3FDC86239}"/>
          </ac:spMkLst>
        </pc:spChg>
        <pc:spChg chg="add mod">
          <ac:chgData name="Dan Quynh" userId="49df875a03368b3c" providerId="LiveId" clId="{4BA4FFDC-1345-4871-AEFF-1B1EB01E9B0F}" dt="2026-10-01T06:45:18.046" v="1712" actId="20577"/>
          <ac:spMkLst>
            <pc:docMk/>
            <pc:sldMk cId="0" sldId="259"/>
            <ac:spMk id="7" creationId="{103ABBB3-337A-797C-D285-FE6E3DBF9AC5}"/>
          </ac:spMkLst>
        </pc:spChg>
        <pc:spChg chg="add mod">
          <ac:chgData name="Dan Quynh" userId="49df875a03368b3c" providerId="LiveId" clId="{4BA4FFDC-1345-4871-AEFF-1B1EB01E9B0F}" dt="2026-10-01T06:40:18.948" v="1645" actId="255"/>
          <ac:spMkLst>
            <pc:docMk/>
            <pc:sldMk cId="0" sldId="259"/>
            <ac:spMk id="8" creationId="{FAB822F5-6B64-9CF6-8DF2-C059539DA2E2}"/>
          </ac:spMkLst>
        </pc:spChg>
        <pc:spChg chg="add mod">
          <ac:chgData name="Dan Quynh" userId="49df875a03368b3c" providerId="LiveId" clId="{4BA4FFDC-1345-4871-AEFF-1B1EB01E9B0F}" dt="2026-10-01T06:42:49.461" v="1703" actId="1076"/>
          <ac:spMkLst>
            <pc:docMk/>
            <pc:sldMk cId="0" sldId="259"/>
            <ac:spMk id="9" creationId="{30ED9BE5-3D14-106C-2B86-A59876DB6157}"/>
          </ac:spMkLst>
        </pc:spChg>
        <pc:spChg chg="add mod">
          <ac:chgData name="Dan Quynh" userId="49df875a03368b3c" providerId="LiveId" clId="{4BA4FFDC-1345-4871-AEFF-1B1EB01E9B0F}" dt="2026-10-01T06:48:30.958" v="1746" actId="14100"/>
          <ac:spMkLst>
            <pc:docMk/>
            <pc:sldMk cId="0" sldId="259"/>
            <ac:spMk id="11" creationId="{80896138-9438-04F3-5DAC-7CB85DEC6296}"/>
          </ac:spMkLst>
        </pc:spChg>
        <pc:spChg chg="add mod">
          <ac:chgData name="Dan Quynh" userId="49df875a03368b3c" providerId="LiveId" clId="{4BA4FFDC-1345-4871-AEFF-1B1EB01E9B0F}" dt="2026-10-01T06:48:55.206" v="1752" actId="20577"/>
          <ac:spMkLst>
            <pc:docMk/>
            <pc:sldMk cId="0" sldId="259"/>
            <ac:spMk id="14" creationId="{7E57C616-B86C-1999-A302-9250CA9A2EF9}"/>
          </ac:spMkLst>
        </pc:spChg>
        <pc:spChg chg="add mod">
          <ac:chgData name="Dan Quynh" userId="49df875a03368b3c" providerId="LiveId" clId="{4BA4FFDC-1345-4871-AEFF-1B1EB01E9B0F}" dt="2026-10-01T06:40:23.799" v="1646" actId="1076"/>
          <ac:spMkLst>
            <pc:docMk/>
            <pc:sldMk cId="0" sldId="259"/>
            <ac:spMk id="18" creationId="{97A08464-6157-9233-5E56-021FE9B30D4D}"/>
          </ac:spMkLst>
        </pc:spChg>
        <pc:picChg chg="add">
          <ac:chgData name="Dan Quynh" userId="49df875a03368b3c" providerId="LiveId" clId="{4BA4FFDC-1345-4871-AEFF-1B1EB01E9B0F}" dt="2026-10-01T06:23:20.120" v="1543" actId="22"/>
          <ac:picMkLst>
            <pc:docMk/>
            <pc:sldMk cId="0" sldId="259"/>
            <ac:picMk id="10" creationId="{5F0CC458-DE2E-A221-729E-A2CEE8677A53}"/>
          </ac:picMkLst>
        </pc:picChg>
        <pc:picChg chg="add mod ord">
          <ac:chgData name="Dan Quynh" userId="49df875a03368b3c" providerId="LiveId" clId="{4BA4FFDC-1345-4871-AEFF-1B1EB01E9B0F}" dt="2026-10-01T06:31:27.581" v="1590" actId="1076"/>
          <ac:picMkLst>
            <pc:docMk/>
            <pc:sldMk cId="0" sldId="259"/>
            <ac:picMk id="16" creationId="{C2D0E1CA-603D-F799-8AE0-26C6593F01CB}"/>
          </ac:picMkLst>
        </pc:picChg>
      </pc:sldChg>
      <pc:sldChg chg="addSp delSp modSp mod">
        <pc:chgData name="Dan Quynh" userId="49df875a03368b3c" providerId="LiveId" clId="{4BA4FFDC-1345-4871-AEFF-1B1EB01E9B0F}" dt="2026-10-06T01:39:58.709" v="7166" actId="20577"/>
        <pc:sldMkLst>
          <pc:docMk/>
          <pc:sldMk cId="0" sldId="260"/>
        </pc:sldMkLst>
        <pc:spChg chg="add mod">
          <ac:chgData name="Dan Quynh" userId="49df875a03368b3c" providerId="LiveId" clId="{4BA4FFDC-1345-4871-AEFF-1B1EB01E9B0F}" dt="2026-10-03T06:03:11.126" v="3188" actId="1076"/>
          <ac:spMkLst>
            <pc:docMk/>
            <pc:sldMk cId="0" sldId="260"/>
            <ac:spMk id="3" creationId="{2DFCA2D0-83D6-8F39-F354-0AA83AB8C25F}"/>
          </ac:spMkLst>
        </pc:spChg>
        <pc:spChg chg="add mod">
          <ac:chgData name="Dan Quynh" userId="49df875a03368b3c" providerId="LiveId" clId="{4BA4FFDC-1345-4871-AEFF-1B1EB01E9B0F}" dt="2026-10-04T12:37:15.078" v="6323" actId="1037"/>
          <ac:spMkLst>
            <pc:docMk/>
            <pc:sldMk cId="0" sldId="260"/>
            <ac:spMk id="4" creationId="{64C20F84-8CAB-87C9-7B08-084007CB5E59}"/>
          </ac:spMkLst>
        </pc:spChg>
        <pc:spChg chg="add mod">
          <ac:chgData name="Dan Quynh" userId="49df875a03368b3c" providerId="LiveId" clId="{4BA4FFDC-1345-4871-AEFF-1B1EB01E9B0F}" dt="2026-10-06T01:39:58.709" v="7166" actId="20577"/>
          <ac:spMkLst>
            <pc:docMk/>
            <pc:sldMk cId="0" sldId="260"/>
            <ac:spMk id="7" creationId="{9A008D98-DE1A-F08A-FDC8-51A4B705C792}"/>
          </ac:spMkLst>
        </pc:spChg>
        <pc:spChg chg="add mod">
          <ac:chgData name="Dan Quynh" userId="49df875a03368b3c" providerId="LiveId" clId="{4BA4FFDC-1345-4871-AEFF-1B1EB01E9B0F}" dt="2026-10-02T14:42:19.136" v="2594" actId="123"/>
          <ac:spMkLst>
            <pc:docMk/>
            <pc:sldMk cId="0" sldId="260"/>
            <ac:spMk id="17" creationId="{9EF30C00-43D2-B70B-40DC-39B422C6DFF3}"/>
          </ac:spMkLst>
        </pc:spChg>
        <pc:graphicFrameChg chg="add mod modGraphic">
          <ac:chgData name="Dan Quynh" userId="49df875a03368b3c" providerId="LiveId" clId="{4BA4FFDC-1345-4871-AEFF-1B1EB01E9B0F}" dt="2026-10-04T13:52:53.128" v="6954" actId="20577"/>
          <ac:graphicFrameMkLst>
            <pc:docMk/>
            <pc:sldMk cId="0" sldId="260"/>
            <ac:graphicFrameMk id="2" creationId="{2EE536CA-2387-BDC9-872A-3642F3BA4CC6}"/>
          </ac:graphicFrameMkLst>
        </pc:graphicFrameChg>
        <pc:graphicFrameChg chg="add mod modGraphic">
          <ac:chgData name="Dan Quynh" userId="49df875a03368b3c" providerId="LiveId" clId="{4BA4FFDC-1345-4871-AEFF-1B1EB01E9B0F}" dt="2026-10-03T06:00:13.253" v="3069" actId="255"/>
          <ac:graphicFrameMkLst>
            <pc:docMk/>
            <pc:sldMk cId="0" sldId="260"/>
            <ac:graphicFrameMk id="18" creationId="{9173963E-7521-89AC-421E-F6A8009E7118}"/>
          </ac:graphicFrameMkLst>
        </pc:graphicFrameChg>
        <pc:picChg chg="add">
          <ac:chgData name="Dan Quynh" userId="49df875a03368b3c" providerId="LiveId" clId="{4BA4FFDC-1345-4871-AEFF-1B1EB01E9B0F}" dt="2026-10-03T06:09:15.402" v="3219" actId="22"/>
          <ac:picMkLst>
            <pc:docMk/>
            <pc:sldMk cId="0" sldId="260"/>
            <ac:picMk id="6" creationId="{782A3475-C222-AD2B-1B31-34C125E063F9}"/>
          </ac:picMkLst>
        </pc:picChg>
      </pc:sldChg>
      <pc:sldChg chg="addSp delSp modSp mod">
        <pc:chgData name="Dan Quynh" userId="49df875a03368b3c" providerId="LiveId" clId="{4BA4FFDC-1345-4871-AEFF-1B1EB01E9B0F}" dt="2026-10-06T01:41:03.795" v="7188" actId="20577"/>
        <pc:sldMkLst>
          <pc:docMk/>
          <pc:sldMk cId="0" sldId="263"/>
        </pc:sldMkLst>
        <pc:spChg chg="add mod">
          <ac:chgData name="Dan Quynh" userId="49df875a03368b3c" providerId="LiveId" clId="{4BA4FFDC-1345-4871-AEFF-1B1EB01E9B0F}" dt="2026-10-06T01:41:03.795" v="7188" actId="20577"/>
          <ac:spMkLst>
            <pc:docMk/>
            <pc:sldMk cId="0" sldId="263"/>
            <ac:spMk id="3" creationId="{C76A7FDB-7F85-5FF9-AB1F-62AFC20EC152}"/>
          </ac:spMkLst>
        </pc:spChg>
        <pc:spChg chg="add mod">
          <ac:chgData name="Dan Quynh" userId="49df875a03368b3c" providerId="LiveId" clId="{4BA4FFDC-1345-4871-AEFF-1B1EB01E9B0F}" dt="2026-10-04T06:02:12.909" v="4056" actId="20577"/>
          <ac:spMkLst>
            <pc:docMk/>
            <pc:sldMk cId="0" sldId="263"/>
            <ac:spMk id="23" creationId="{F060A790-0BC9-4818-4A5E-6FD2E62E9495}"/>
          </ac:spMkLst>
        </pc:spChg>
        <pc:spChg chg="add mod">
          <ac:chgData name="Dan Quynh" userId="49df875a03368b3c" providerId="LiveId" clId="{4BA4FFDC-1345-4871-AEFF-1B1EB01E9B0F}" dt="2026-10-04T06:07:31.817" v="4083" actId="1076"/>
          <ac:spMkLst>
            <pc:docMk/>
            <pc:sldMk cId="0" sldId="263"/>
            <ac:spMk id="43" creationId="{2C7DBB40-43C2-3BC8-3588-54D3CBE992E1}"/>
          </ac:spMkLst>
        </pc:spChg>
        <pc:spChg chg="add mod">
          <ac:chgData name="Dan Quynh" userId="49df875a03368b3c" providerId="LiveId" clId="{4BA4FFDC-1345-4871-AEFF-1B1EB01E9B0F}" dt="2026-10-04T06:14:01.120" v="4354" actId="113"/>
          <ac:spMkLst>
            <pc:docMk/>
            <pc:sldMk cId="0" sldId="263"/>
            <ac:spMk id="45" creationId="{B2D8A0AC-D3EA-5423-E13A-BBB5306D7937}"/>
          </ac:spMkLst>
        </pc:spChg>
        <pc:spChg chg="add mod">
          <ac:chgData name="Dan Quynh" userId="49df875a03368b3c" providerId="LiveId" clId="{4BA4FFDC-1345-4871-AEFF-1B1EB01E9B0F}" dt="2026-10-04T06:16:38.609" v="4448" actId="1076"/>
          <ac:spMkLst>
            <pc:docMk/>
            <pc:sldMk cId="0" sldId="263"/>
            <ac:spMk id="47" creationId="{15C49DAC-A639-42A9-24B9-06E24EC19071}"/>
          </ac:spMkLst>
        </pc:spChg>
        <pc:spChg chg="add mod ord">
          <ac:chgData name="Dan Quynh" userId="49df875a03368b3c" providerId="LiveId" clId="{4BA4FFDC-1345-4871-AEFF-1B1EB01E9B0F}" dt="2026-10-04T06:14:39.016" v="4365" actId="255"/>
          <ac:spMkLst>
            <pc:docMk/>
            <pc:sldMk cId="0" sldId="263"/>
            <ac:spMk id="54" creationId="{95EE3F94-3521-4F77-07B9-57B76808AAA3}"/>
          </ac:spMkLst>
        </pc:spChg>
        <pc:spChg chg="add mod">
          <ac:chgData name="Dan Quynh" userId="49df875a03368b3c" providerId="LiveId" clId="{4BA4FFDC-1345-4871-AEFF-1B1EB01E9B0F}" dt="2026-10-04T06:14:07.502" v="4356" actId="14100"/>
          <ac:spMkLst>
            <pc:docMk/>
            <pc:sldMk cId="0" sldId="263"/>
            <ac:spMk id="55" creationId="{F85609C5-D970-413B-A3EC-B30FF3BC0F0D}"/>
          </ac:spMkLst>
        </pc:spChg>
        <pc:spChg chg="add mod">
          <ac:chgData name="Dan Quynh" userId="49df875a03368b3c" providerId="LiveId" clId="{4BA4FFDC-1345-4871-AEFF-1B1EB01E9B0F}" dt="2026-10-04T06:14:47.932" v="4368" actId="255"/>
          <ac:spMkLst>
            <pc:docMk/>
            <pc:sldMk cId="0" sldId="263"/>
            <ac:spMk id="56" creationId="{3B1719D1-1E84-7462-0E9C-105E8C8DD8D3}"/>
          </ac:spMkLst>
        </pc:spChg>
        <pc:spChg chg="add mod">
          <ac:chgData name="Dan Quynh" userId="49df875a03368b3c" providerId="LiveId" clId="{4BA4FFDC-1345-4871-AEFF-1B1EB01E9B0F}" dt="2026-10-05T08:47:44.662" v="7113" actId="20577"/>
          <ac:spMkLst>
            <pc:docMk/>
            <pc:sldMk cId="0" sldId="263"/>
            <ac:spMk id="58" creationId="{427F60EB-C945-EAB2-082A-6041652494A9}"/>
          </ac:spMkLst>
        </pc:spChg>
        <pc:spChg chg="add mod">
          <ac:chgData name="Dan Quynh" userId="49df875a03368b3c" providerId="LiveId" clId="{4BA4FFDC-1345-4871-AEFF-1B1EB01E9B0F}" dt="2026-10-05T08:48:10.978" v="7129" actId="20577"/>
          <ac:spMkLst>
            <pc:docMk/>
            <pc:sldMk cId="0" sldId="263"/>
            <ac:spMk id="60" creationId="{93F7E55D-CC63-7846-0C25-C0C005B86059}"/>
          </ac:spMkLst>
        </pc:spChg>
        <pc:picChg chg="add">
          <ac:chgData name="Dan Quynh" userId="49df875a03368b3c" providerId="LiveId" clId="{4BA4FFDC-1345-4871-AEFF-1B1EB01E9B0F}" dt="2026-10-04T05:34:01.958" v="3854" actId="22"/>
          <ac:picMkLst>
            <pc:docMk/>
            <pc:sldMk cId="0" sldId="263"/>
            <ac:picMk id="25" creationId="{ECD53102-08A3-4485-BDCE-7EAB07FECA98}"/>
          </ac:picMkLst>
        </pc:picChg>
        <pc:cxnChg chg="add mod">
          <ac:chgData name="Dan Quynh" userId="49df875a03368b3c" providerId="LiveId" clId="{4BA4FFDC-1345-4871-AEFF-1B1EB01E9B0F}" dt="2026-10-04T06:14:18.103" v="4360" actId="1035"/>
          <ac:cxnSpMkLst>
            <pc:docMk/>
            <pc:sldMk cId="0" sldId="263"/>
            <ac:cxnSpMk id="46" creationId="{6DD0241E-7B6A-48CD-2FEB-9DBE9A594288}"/>
          </ac:cxnSpMkLst>
        </pc:cxnChg>
        <pc:cxnChg chg="add mod">
          <ac:chgData name="Dan Quynh" userId="49df875a03368b3c" providerId="LiveId" clId="{4BA4FFDC-1345-4871-AEFF-1B1EB01E9B0F}" dt="2026-10-04T06:14:18.103" v="4360" actId="1035"/>
          <ac:cxnSpMkLst>
            <pc:docMk/>
            <pc:sldMk cId="0" sldId="263"/>
            <ac:cxnSpMk id="50" creationId="{5AFBC69B-146B-B6AC-3A0C-7FA7DECF5F5C}"/>
          </ac:cxnSpMkLst>
        </pc:cxnChg>
      </pc:sldChg>
      <pc:sldChg chg="addSp delSp modSp mod">
        <pc:chgData name="Dan Quynh" userId="49df875a03368b3c" providerId="LiveId" clId="{4BA4FFDC-1345-4871-AEFF-1B1EB01E9B0F}" dt="2026-10-06T01:41:26.826" v="7194" actId="20577"/>
        <pc:sldMkLst>
          <pc:docMk/>
          <pc:sldMk cId="0" sldId="265"/>
        </pc:sldMkLst>
        <pc:spChg chg="add del mod">
          <ac:chgData name="Dan Quynh" userId="49df875a03368b3c" providerId="LiveId" clId="{4BA4FFDC-1345-4871-AEFF-1B1EB01E9B0F}" dt="2026-10-06T01:41:16.451" v="7191" actId="478"/>
          <ac:spMkLst>
            <pc:docMk/>
            <pc:sldMk cId="0" sldId="265"/>
            <ac:spMk id="3" creationId="{EBE975D2-99C4-2FE1-CA5F-58EED64E9CAE}"/>
          </ac:spMkLst>
        </pc:spChg>
        <pc:spChg chg="add mod">
          <ac:chgData name="Dan Quynh" userId="49df875a03368b3c" providerId="LiveId" clId="{4BA4FFDC-1345-4871-AEFF-1B1EB01E9B0F}" dt="2026-10-06T01:41:26.826" v="7194" actId="20577"/>
          <ac:spMkLst>
            <pc:docMk/>
            <pc:sldMk cId="0" sldId="265"/>
            <ac:spMk id="4" creationId="{FEEDD9EF-973E-8DF5-369C-06F1926F71DC}"/>
          </ac:spMkLst>
        </pc:spChg>
        <pc:spChg chg="add mod">
          <ac:chgData name="Dan Quynh" userId="49df875a03368b3c" providerId="LiveId" clId="{4BA4FFDC-1345-4871-AEFF-1B1EB01E9B0F}" dt="2026-10-01T02:55:44.419" v="290" actId="207"/>
          <ac:spMkLst>
            <pc:docMk/>
            <pc:sldMk cId="0" sldId="265"/>
            <ac:spMk id="16" creationId="{4263EC3A-A213-B4C7-B7D1-289F2C65C8B1}"/>
          </ac:spMkLst>
        </pc:spChg>
        <pc:picChg chg="add mod ord">
          <ac:chgData name="Dan Quynh" userId="49df875a03368b3c" providerId="LiveId" clId="{4BA4FFDC-1345-4871-AEFF-1B1EB01E9B0F}" dt="2026-10-05T07:30:38.466" v="6973" actId="1036"/>
          <ac:picMkLst>
            <pc:docMk/>
            <pc:sldMk cId="0" sldId="265"/>
            <ac:picMk id="18" creationId="{7CBD4F34-06D6-3D0F-F66D-E47728EF8F20}"/>
          </ac:picMkLst>
        </pc:picChg>
        <pc:picChg chg="add mod">
          <ac:chgData name="Dan Quynh" userId="49df875a03368b3c" providerId="LiveId" clId="{4BA4FFDC-1345-4871-AEFF-1B1EB01E9B0F}" dt="2026-10-01T03:07:14.269" v="306" actId="1076"/>
          <ac:picMkLst>
            <pc:docMk/>
            <pc:sldMk cId="0" sldId="265"/>
            <ac:picMk id="19" creationId="{3068B9A8-1745-8DF8-4F36-648668EA1DE2}"/>
          </ac:picMkLst>
        </pc:picChg>
      </pc:sldChg>
      <pc:sldChg chg="addSp delSp modSp add mod">
        <pc:chgData name="Dan Quynh" userId="49df875a03368b3c" providerId="LiveId" clId="{4BA4FFDC-1345-4871-AEFF-1B1EB01E9B0F}" dt="2026-10-02T14:42:32.797" v="2598" actId="123"/>
        <pc:sldMkLst>
          <pc:docMk/>
          <pc:sldMk cId="2054619767" sldId="266"/>
        </pc:sldMkLst>
        <pc:spChg chg="add mod">
          <ac:chgData name="Dan Quynh" userId="49df875a03368b3c" providerId="LiveId" clId="{4BA4FFDC-1345-4871-AEFF-1B1EB01E9B0F}" dt="2026-10-02T14:42:32.797" v="2598" actId="123"/>
          <ac:spMkLst>
            <pc:docMk/>
            <pc:sldMk cId="2054619767" sldId="266"/>
            <ac:spMk id="3" creationId="{5E0783EC-5792-594F-0C53-93A20DF39593}"/>
          </ac:spMkLst>
        </pc:spChg>
        <pc:spChg chg="add mod">
          <ac:chgData name="Dan Quynh" userId="49df875a03368b3c" providerId="LiveId" clId="{4BA4FFDC-1345-4871-AEFF-1B1EB01E9B0F}" dt="2026-10-01T05:53:16.945" v="1170" actId="255"/>
          <ac:spMkLst>
            <pc:docMk/>
            <pc:sldMk cId="2054619767" sldId="266"/>
            <ac:spMk id="8" creationId="{7F593D84-0FB2-8C14-2982-90377B56A319}"/>
          </ac:spMkLst>
        </pc:spChg>
        <pc:spChg chg="add mod">
          <ac:chgData name="Dan Quynh" userId="49df875a03368b3c" providerId="LiveId" clId="{4BA4FFDC-1345-4871-AEFF-1B1EB01E9B0F}" dt="2026-10-01T05:52:58.168" v="1169" actId="1076"/>
          <ac:spMkLst>
            <pc:docMk/>
            <pc:sldMk cId="2054619767" sldId="266"/>
            <ac:spMk id="11" creationId="{2396FDCA-D2F8-74B4-A223-5814A006FD5E}"/>
          </ac:spMkLst>
        </pc:spChg>
        <pc:spChg chg="add mod">
          <ac:chgData name="Dan Quynh" userId="49df875a03368b3c" providerId="LiveId" clId="{4BA4FFDC-1345-4871-AEFF-1B1EB01E9B0F}" dt="2026-10-01T05:55:20.830" v="1192" actId="255"/>
          <ac:spMkLst>
            <pc:docMk/>
            <pc:sldMk cId="2054619767" sldId="266"/>
            <ac:spMk id="13" creationId="{65796546-9ECF-F11A-270E-F4AC887ACFC5}"/>
          </ac:spMkLst>
        </pc:spChg>
        <pc:spChg chg="add mod">
          <ac:chgData name="Dan Quynh" userId="49df875a03368b3c" providerId="LiveId" clId="{4BA4FFDC-1345-4871-AEFF-1B1EB01E9B0F}" dt="2026-10-01T05:54:22.042" v="1183" actId="255"/>
          <ac:spMkLst>
            <pc:docMk/>
            <pc:sldMk cId="2054619767" sldId="266"/>
            <ac:spMk id="15" creationId="{4B3E88E0-FAE2-4338-D34C-6C66B522C658}"/>
          </ac:spMkLst>
        </pc:spChg>
        <pc:spChg chg="mod">
          <ac:chgData name="Dan Quynh" userId="49df875a03368b3c" providerId="LiveId" clId="{4BA4FFDC-1345-4871-AEFF-1B1EB01E9B0F}" dt="2026-10-01T03:26:50.788" v="979" actId="20577"/>
          <ac:spMkLst>
            <pc:docMk/>
            <pc:sldMk cId="2054619767" sldId="266"/>
            <ac:spMk id="16" creationId="{4F52868A-5A40-6130-68DE-78595244A400}"/>
          </ac:spMkLst>
        </pc:spChg>
        <pc:spChg chg="mod">
          <ac:chgData name="Dan Quynh" userId="49df875a03368b3c" providerId="LiveId" clId="{4BA4FFDC-1345-4871-AEFF-1B1EB01E9B0F}" dt="2026-10-01T06:02:52.106" v="1480" actId="123"/>
          <ac:spMkLst>
            <pc:docMk/>
            <pc:sldMk cId="2054619767" sldId="266"/>
            <ac:spMk id="17" creationId="{B6292D66-D51F-3D38-F66D-A94E98F9022E}"/>
          </ac:spMkLst>
        </pc:spChg>
        <pc:spChg chg="add mod">
          <ac:chgData name="Dan Quynh" userId="49df875a03368b3c" providerId="LiveId" clId="{4BA4FFDC-1345-4871-AEFF-1B1EB01E9B0F}" dt="2026-10-01T05:55:04.190" v="1189" actId="255"/>
          <ac:spMkLst>
            <pc:docMk/>
            <pc:sldMk cId="2054619767" sldId="266"/>
            <ac:spMk id="23" creationId="{9E60C31F-6BB4-BD0E-54FF-E218420FA54C}"/>
          </ac:spMkLst>
        </pc:spChg>
        <pc:spChg chg="mod">
          <ac:chgData name="Dan Quynh" userId="49df875a03368b3c" providerId="LiveId" clId="{4BA4FFDC-1345-4871-AEFF-1B1EB01E9B0F}" dt="2026-10-01T05:54:27.026" v="1184" actId="255"/>
          <ac:spMkLst>
            <pc:docMk/>
            <pc:sldMk cId="2054619767" sldId="266"/>
            <ac:spMk id="31" creationId="{B73C678E-D75C-9FBE-85BC-81E348C6B064}"/>
          </ac:spMkLst>
        </pc:spChg>
        <pc:spChg chg="add mod">
          <ac:chgData name="Dan Quynh" userId="49df875a03368b3c" providerId="LiveId" clId="{4BA4FFDC-1345-4871-AEFF-1B1EB01E9B0F}" dt="2026-10-01T05:52:58.168" v="1169" actId="1076"/>
          <ac:spMkLst>
            <pc:docMk/>
            <pc:sldMk cId="2054619767" sldId="266"/>
            <ac:spMk id="33" creationId="{41970E7E-F202-83BD-A315-36074F6C9E49}"/>
          </ac:spMkLst>
        </pc:spChg>
        <pc:spChg chg="add mod">
          <ac:chgData name="Dan Quynh" userId="49df875a03368b3c" providerId="LiveId" clId="{4BA4FFDC-1345-4871-AEFF-1B1EB01E9B0F}" dt="2026-10-01T05:55:30.740" v="1193" actId="255"/>
          <ac:spMkLst>
            <pc:docMk/>
            <pc:sldMk cId="2054619767" sldId="266"/>
            <ac:spMk id="35" creationId="{A509B927-0CC4-BB4A-C787-A59A5D031E8C}"/>
          </ac:spMkLst>
        </pc:spChg>
        <pc:spChg chg="mod">
          <ac:chgData name="Dan Quynh" userId="49df875a03368b3c" providerId="LiveId" clId="{4BA4FFDC-1345-4871-AEFF-1B1EB01E9B0F}" dt="2026-10-01T05:54:33.356" v="1185" actId="255"/>
          <ac:spMkLst>
            <pc:docMk/>
            <pc:sldMk cId="2054619767" sldId="266"/>
            <ac:spMk id="37" creationId="{7E8618EE-DD62-3947-3355-E0B85AF408BA}"/>
          </ac:spMkLst>
        </pc:spChg>
        <pc:spChg chg="add mod">
          <ac:chgData name="Dan Quynh" userId="49df875a03368b3c" providerId="LiveId" clId="{4BA4FFDC-1345-4871-AEFF-1B1EB01E9B0F}" dt="2026-10-01T05:55:34.724" v="1194" actId="255"/>
          <ac:spMkLst>
            <pc:docMk/>
            <pc:sldMk cId="2054619767" sldId="266"/>
            <ac:spMk id="41" creationId="{F52F36C0-DAA5-F536-44D4-F0085E90C59B}"/>
          </ac:spMkLst>
        </pc:spChg>
        <pc:spChg chg="mod">
          <ac:chgData name="Dan Quynh" userId="49df875a03368b3c" providerId="LiveId" clId="{4BA4FFDC-1345-4871-AEFF-1B1EB01E9B0F}" dt="2026-10-01T05:54:44.096" v="1186" actId="255"/>
          <ac:spMkLst>
            <pc:docMk/>
            <pc:sldMk cId="2054619767" sldId="266"/>
            <ac:spMk id="43" creationId="{D9744F59-0F11-A7D3-6369-C5437D72F3F0}"/>
          </ac:spMkLst>
        </pc:spChg>
        <pc:spChg chg="mod">
          <ac:chgData name="Dan Quynh" userId="49df875a03368b3c" providerId="LiveId" clId="{4BA4FFDC-1345-4871-AEFF-1B1EB01E9B0F}" dt="2026-10-01T05:55:45.036" v="1195" actId="255"/>
          <ac:spMkLst>
            <pc:docMk/>
            <pc:sldMk cId="2054619767" sldId="266"/>
            <ac:spMk id="47" creationId="{E9C88D17-5148-387E-5D4F-6D69F521F0F9}"/>
          </ac:spMkLst>
        </pc:spChg>
        <pc:spChg chg="add mod">
          <ac:chgData name="Dan Quynh" userId="49df875a03368b3c" providerId="LiveId" clId="{4BA4FFDC-1345-4871-AEFF-1B1EB01E9B0F}" dt="2026-10-01T05:54:49.926" v="1187" actId="255"/>
          <ac:spMkLst>
            <pc:docMk/>
            <pc:sldMk cId="2054619767" sldId="266"/>
            <ac:spMk id="49" creationId="{6B6D3E8F-4E40-800A-BDF9-98265D0AA943}"/>
          </ac:spMkLst>
        </pc:spChg>
        <pc:spChg chg="add mod">
          <ac:chgData name="Dan Quynh" userId="49df875a03368b3c" providerId="LiveId" clId="{4BA4FFDC-1345-4871-AEFF-1B1EB01E9B0F}" dt="2026-10-01T05:54:00.956" v="1180" actId="1076"/>
          <ac:spMkLst>
            <pc:docMk/>
            <pc:sldMk cId="2054619767" sldId="266"/>
            <ac:spMk id="51" creationId="{BAD86C8B-6181-289D-E4E8-EC1159C5B60F}"/>
          </ac:spMkLst>
        </pc:spChg>
        <pc:spChg chg="add mod">
          <ac:chgData name="Dan Quynh" userId="49df875a03368b3c" providerId="LiveId" clId="{4BA4FFDC-1345-4871-AEFF-1B1EB01E9B0F}" dt="2026-10-01T06:04:33.965" v="1499" actId="1076"/>
          <ac:spMkLst>
            <pc:docMk/>
            <pc:sldMk cId="2054619767" sldId="266"/>
            <ac:spMk id="54" creationId="{1B569934-8918-E766-1C8B-965C0AD722C1}"/>
          </ac:spMkLst>
        </pc:spChg>
        <pc:spChg chg="add mod">
          <ac:chgData name="Dan Quynh" userId="49df875a03368b3c" providerId="LiveId" clId="{4BA4FFDC-1345-4871-AEFF-1B1EB01E9B0F}" dt="2026-10-01T06:04:20.037" v="1496" actId="1076"/>
          <ac:spMkLst>
            <pc:docMk/>
            <pc:sldMk cId="2054619767" sldId="266"/>
            <ac:spMk id="56" creationId="{9A60C989-0ED5-A9C3-7637-7C3BFC049BEE}"/>
          </ac:spMkLst>
        </pc:spChg>
        <pc:spChg chg="add mod">
          <ac:chgData name="Dan Quynh" userId="49df875a03368b3c" providerId="LiveId" clId="{4BA4FFDC-1345-4871-AEFF-1B1EB01E9B0F}" dt="2026-10-01T06:04:26.028" v="1497" actId="1076"/>
          <ac:spMkLst>
            <pc:docMk/>
            <pc:sldMk cId="2054619767" sldId="266"/>
            <ac:spMk id="58" creationId="{A4966B28-7E3C-E7E2-FFC0-3EE5969F7B2C}"/>
          </ac:spMkLst>
        </pc:spChg>
        <pc:spChg chg="add mod">
          <ac:chgData name="Dan Quynh" userId="49df875a03368b3c" providerId="LiveId" clId="{4BA4FFDC-1345-4871-AEFF-1B1EB01E9B0F}" dt="2026-10-01T06:04:29.865" v="1498" actId="1076"/>
          <ac:spMkLst>
            <pc:docMk/>
            <pc:sldMk cId="2054619767" sldId="266"/>
            <ac:spMk id="60" creationId="{2EC6C687-4BAF-64B5-2544-05ADF2B5D5AA}"/>
          </ac:spMkLst>
        </pc:spChg>
      </pc:sldChg>
      <pc:sldChg chg="addSp delSp modSp add del mod ord">
        <pc:chgData name="Dan Quynh" userId="49df875a03368b3c" providerId="LiveId" clId="{4BA4FFDC-1345-4871-AEFF-1B1EB01E9B0F}" dt="2026-10-06T01:37:10.708" v="7131" actId="2696"/>
        <pc:sldMkLst>
          <pc:docMk/>
          <pc:sldMk cId="2570108597" sldId="267"/>
        </pc:sldMkLst>
        <pc:spChg chg="add mod">
          <ac:chgData name="Dan Quynh" userId="49df875a03368b3c" providerId="LiveId" clId="{4BA4FFDC-1345-4871-AEFF-1B1EB01E9B0F}" dt="2026-10-05T08:43:42.362" v="6985" actId="20577"/>
          <ac:spMkLst>
            <pc:docMk/>
            <pc:sldMk cId="2570108597" sldId="267"/>
            <ac:spMk id="6" creationId="{58271922-649E-106B-EB61-57C7E060DDD3}"/>
          </ac:spMkLst>
        </pc:spChg>
      </pc:sldChg>
      <pc:sldChg chg="addSp delSp modSp add mod">
        <pc:chgData name="Dan Quynh" userId="49df875a03368b3c" providerId="LiveId" clId="{4BA4FFDC-1345-4871-AEFF-1B1EB01E9B0F}" dt="2026-10-06T01:39:31.136" v="7155" actId="20577"/>
        <pc:sldMkLst>
          <pc:docMk/>
          <pc:sldMk cId="1661983491" sldId="268"/>
        </pc:sldMkLst>
        <pc:spChg chg="add mod">
          <ac:chgData name="Dan Quynh" userId="49df875a03368b3c" providerId="LiveId" clId="{4BA4FFDC-1345-4871-AEFF-1B1EB01E9B0F}" dt="2026-10-06T01:39:31.136" v="7155" actId="20577"/>
          <ac:spMkLst>
            <pc:docMk/>
            <pc:sldMk cId="1661983491" sldId="268"/>
            <ac:spMk id="2" creationId="{17A4DD82-CEFB-FD44-7993-4EA6DEE9E3D3}"/>
          </ac:spMkLst>
        </pc:spChg>
        <pc:spChg chg="add mod">
          <ac:chgData name="Dan Quynh" userId="49df875a03368b3c" providerId="LiveId" clId="{4BA4FFDC-1345-4871-AEFF-1B1EB01E9B0F}" dt="2026-10-04T05:31:16.499" v="3848" actId="14100"/>
          <ac:spMkLst>
            <pc:docMk/>
            <pc:sldMk cId="1661983491" sldId="268"/>
            <ac:spMk id="3" creationId="{18771028-C5BC-4B87-1A83-CA95DF72CB06}"/>
          </ac:spMkLst>
        </pc:spChg>
        <pc:spChg chg="mod">
          <ac:chgData name="Dan Quynh" userId="49df875a03368b3c" providerId="LiveId" clId="{4BA4FFDC-1345-4871-AEFF-1B1EB01E9B0F}" dt="2026-10-02T14:42:25.261" v="2596" actId="123"/>
          <ac:spMkLst>
            <pc:docMk/>
            <pc:sldMk cId="1661983491" sldId="268"/>
            <ac:spMk id="4" creationId="{73853557-F5F9-F69B-A7C3-7CBFBAFCE2EE}"/>
          </ac:spMkLst>
        </pc:spChg>
        <pc:spChg chg="add mod">
          <ac:chgData name="Dan Quynh" userId="49df875a03368b3c" providerId="LiveId" clId="{4BA4FFDC-1345-4871-AEFF-1B1EB01E9B0F}" dt="2026-10-04T05:30:47.395" v="3844" actId="1035"/>
          <ac:spMkLst>
            <pc:docMk/>
            <pc:sldMk cId="1661983491" sldId="268"/>
            <ac:spMk id="5" creationId="{C31FD7F4-FBFE-B004-BBB1-967F2689D49E}"/>
          </ac:spMkLst>
        </pc:spChg>
        <pc:spChg chg="add mod">
          <ac:chgData name="Dan Quynh" userId="49df875a03368b3c" providerId="LiveId" clId="{4BA4FFDC-1345-4871-AEFF-1B1EB01E9B0F}" dt="2026-10-04T03:02:31.634" v="3696" actId="1035"/>
          <ac:spMkLst>
            <pc:docMk/>
            <pc:sldMk cId="1661983491" sldId="268"/>
            <ac:spMk id="6" creationId="{808548E1-8FC8-53B1-C483-5BD261E8C8CE}"/>
          </ac:spMkLst>
        </pc:spChg>
        <pc:spChg chg="add del mod">
          <ac:chgData name="Dan Quynh" userId="49df875a03368b3c" providerId="LiveId" clId="{4BA4FFDC-1345-4871-AEFF-1B1EB01E9B0F}" dt="2026-10-04T05:30:47.395" v="3844" actId="1035"/>
          <ac:spMkLst>
            <pc:docMk/>
            <pc:sldMk cId="1661983491" sldId="268"/>
            <ac:spMk id="7" creationId="{53E6CD02-D993-5739-BBA0-B0B3A94E3ACA}"/>
          </ac:spMkLst>
        </pc:spChg>
        <pc:spChg chg="add mod">
          <ac:chgData name="Dan Quynh" userId="49df875a03368b3c" providerId="LiveId" clId="{4BA4FFDC-1345-4871-AEFF-1B1EB01E9B0F}" dt="2026-10-04T03:02:31.634" v="3696" actId="1035"/>
          <ac:spMkLst>
            <pc:docMk/>
            <pc:sldMk cId="1661983491" sldId="268"/>
            <ac:spMk id="8" creationId="{8098FE5E-2FF0-A9E5-F8C6-81BC1942FD49}"/>
          </ac:spMkLst>
        </pc:spChg>
        <pc:spChg chg="add mod">
          <ac:chgData name="Dan Quynh" userId="49df875a03368b3c" providerId="LiveId" clId="{4BA4FFDC-1345-4871-AEFF-1B1EB01E9B0F}" dt="2026-10-04T05:31:16.499" v="3848" actId="14100"/>
          <ac:spMkLst>
            <pc:docMk/>
            <pc:sldMk cId="1661983491" sldId="268"/>
            <ac:spMk id="9" creationId="{447B99DD-1A27-CEAE-CF68-32A07479D0AA}"/>
          </ac:spMkLst>
        </pc:spChg>
        <pc:spChg chg="add mod">
          <ac:chgData name="Dan Quynh" userId="49df875a03368b3c" providerId="LiveId" clId="{4BA4FFDC-1345-4871-AEFF-1B1EB01E9B0F}" dt="2026-10-04T03:02:15.008" v="3692" actId="14100"/>
          <ac:spMkLst>
            <pc:docMk/>
            <pc:sldMk cId="1661983491" sldId="268"/>
            <ac:spMk id="11" creationId="{8B115D6C-E299-1BEA-5868-00F834F8BF46}"/>
          </ac:spMkLst>
        </pc:spChg>
        <pc:spChg chg="add mod">
          <ac:chgData name="Dan Quynh" userId="49df875a03368b3c" providerId="LiveId" clId="{4BA4FFDC-1345-4871-AEFF-1B1EB01E9B0F}" dt="2026-10-04T05:31:16.499" v="3848" actId="14100"/>
          <ac:spMkLst>
            <pc:docMk/>
            <pc:sldMk cId="1661983491" sldId="268"/>
            <ac:spMk id="12" creationId="{5E3EE535-5490-42CC-38D3-06AD81EE6FD2}"/>
          </ac:spMkLst>
        </pc:spChg>
        <pc:spChg chg="add mod">
          <ac:chgData name="Dan Quynh" userId="49df875a03368b3c" providerId="LiveId" clId="{4BA4FFDC-1345-4871-AEFF-1B1EB01E9B0F}" dt="2026-10-04T03:02:10.457" v="3691" actId="1076"/>
          <ac:spMkLst>
            <pc:docMk/>
            <pc:sldMk cId="1661983491" sldId="268"/>
            <ac:spMk id="13" creationId="{3CCEBEE8-1B54-9922-1330-7B266DFD41B6}"/>
          </ac:spMkLst>
        </pc:spChg>
        <pc:spChg chg="add mod">
          <ac:chgData name="Dan Quynh" userId="49df875a03368b3c" providerId="LiveId" clId="{4BA4FFDC-1345-4871-AEFF-1B1EB01E9B0F}" dt="2026-10-04T05:31:23.118" v="3849" actId="1035"/>
          <ac:spMkLst>
            <pc:docMk/>
            <pc:sldMk cId="1661983491" sldId="268"/>
            <ac:spMk id="14" creationId="{E750BA73-AD5F-EB2E-8F26-9EC184600CE0}"/>
          </ac:spMkLst>
        </pc:spChg>
        <pc:spChg chg="add mod">
          <ac:chgData name="Dan Quynh" userId="49df875a03368b3c" providerId="LiveId" clId="{4BA4FFDC-1345-4871-AEFF-1B1EB01E9B0F}" dt="2026-10-04T05:31:23.118" v="3849" actId="1035"/>
          <ac:spMkLst>
            <pc:docMk/>
            <pc:sldMk cId="1661983491" sldId="268"/>
            <ac:spMk id="15" creationId="{0B80D0A2-C2AE-48E7-3D90-35084BC6C272}"/>
          </ac:spMkLst>
        </pc:spChg>
        <pc:spChg chg="add mod">
          <ac:chgData name="Dan Quynh" userId="49df875a03368b3c" providerId="LiveId" clId="{4BA4FFDC-1345-4871-AEFF-1B1EB01E9B0F}" dt="2026-10-04T05:30:43.486" v="3843" actId="1035"/>
          <ac:spMkLst>
            <pc:docMk/>
            <pc:sldMk cId="1661983491" sldId="268"/>
            <ac:spMk id="17" creationId="{6E85292E-CC57-3ACB-9AE8-66A7F344582C}"/>
          </ac:spMkLst>
        </pc:spChg>
        <pc:spChg chg="add mod">
          <ac:chgData name="Dan Quynh" userId="49df875a03368b3c" providerId="LiveId" clId="{4BA4FFDC-1345-4871-AEFF-1B1EB01E9B0F}" dt="2026-10-04T05:30:43.486" v="3843" actId="1035"/>
          <ac:spMkLst>
            <pc:docMk/>
            <pc:sldMk cId="1661983491" sldId="268"/>
            <ac:spMk id="18" creationId="{A3FF23EC-348E-E9BD-EB60-3F51ED156520}"/>
          </ac:spMkLst>
        </pc:spChg>
        <pc:spChg chg="add mod">
          <ac:chgData name="Dan Quynh" userId="49df875a03368b3c" providerId="LiveId" clId="{4BA4FFDC-1345-4871-AEFF-1B1EB01E9B0F}" dt="2026-10-04T05:31:16.499" v="3848" actId="14100"/>
          <ac:spMkLst>
            <pc:docMk/>
            <pc:sldMk cId="1661983491" sldId="268"/>
            <ac:spMk id="19" creationId="{F820BFFC-D952-5E7E-17D3-1009460314BD}"/>
          </ac:spMkLst>
        </pc:spChg>
        <pc:spChg chg="add mod">
          <ac:chgData name="Dan Quynh" userId="49df875a03368b3c" providerId="LiveId" clId="{4BA4FFDC-1345-4871-AEFF-1B1EB01E9B0F}" dt="2026-10-04T03:02:10.457" v="3691" actId="1076"/>
          <ac:spMkLst>
            <pc:docMk/>
            <pc:sldMk cId="1661983491" sldId="268"/>
            <ac:spMk id="20" creationId="{9443B99D-EF02-505B-D407-5A387F506C88}"/>
          </ac:spMkLst>
        </pc:spChg>
        <pc:spChg chg="add mod">
          <ac:chgData name="Dan Quynh" userId="49df875a03368b3c" providerId="LiveId" clId="{4BA4FFDC-1345-4871-AEFF-1B1EB01E9B0F}" dt="2026-10-06T01:39:08.072" v="7143" actId="20577"/>
          <ac:spMkLst>
            <pc:docMk/>
            <pc:sldMk cId="1661983491" sldId="268"/>
            <ac:spMk id="21" creationId="{4F441A48-78DC-6908-A2DE-0AF7EFCACC88}"/>
          </ac:spMkLst>
        </pc:spChg>
        <pc:spChg chg="add mod">
          <ac:chgData name="Dan Quynh" userId="49df875a03368b3c" providerId="LiveId" clId="{4BA4FFDC-1345-4871-AEFF-1B1EB01E9B0F}" dt="2026-10-04T03:02:10.457" v="3691" actId="1076"/>
          <ac:spMkLst>
            <pc:docMk/>
            <pc:sldMk cId="1661983491" sldId="268"/>
            <ac:spMk id="26" creationId="{29372038-A3C9-1C91-7DD1-2F2973688045}"/>
          </ac:spMkLst>
        </pc:spChg>
        <pc:spChg chg="add mod">
          <ac:chgData name="Dan Quynh" userId="49df875a03368b3c" providerId="LiveId" clId="{4BA4FFDC-1345-4871-AEFF-1B1EB01E9B0F}" dt="2026-10-04T03:02:10.457" v="3691" actId="1076"/>
          <ac:spMkLst>
            <pc:docMk/>
            <pc:sldMk cId="1661983491" sldId="268"/>
            <ac:spMk id="28" creationId="{055EC7F1-BE50-B8B0-BA95-459CC6C77DF0}"/>
          </ac:spMkLst>
        </pc:spChg>
        <pc:spChg chg="add mod">
          <ac:chgData name="Dan Quynh" userId="49df875a03368b3c" providerId="LiveId" clId="{4BA4FFDC-1345-4871-AEFF-1B1EB01E9B0F}" dt="2026-10-04T03:05:19.806" v="3721" actId="207"/>
          <ac:spMkLst>
            <pc:docMk/>
            <pc:sldMk cId="1661983491" sldId="268"/>
            <ac:spMk id="30" creationId="{133E5AA0-4C0F-5482-906F-3C614404E379}"/>
          </ac:spMkLst>
        </pc:spChg>
        <pc:spChg chg="add mod">
          <ac:chgData name="Dan Quynh" userId="49df875a03368b3c" providerId="LiveId" clId="{4BA4FFDC-1345-4871-AEFF-1B1EB01E9B0F}" dt="2026-10-04T03:05:33.435" v="3724" actId="207"/>
          <ac:spMkLst>
            <pc:docMk/>
            <pc:sldMk cId="1661983491" sldId="268"/>
            <ac:spMk id="32" creationId="{13C2ED76-3E0D-385E-AD5F-561014160AA1}"/>
          </ac:spMkLst>
        </pc:spChg>
        <pc:spChg chg="add mod">
          <ac:chgData name="Dan Quynh" userId="49df875a03368b3c" providerId="LiveId" clId="{4BA4FFDC-1345-4871-AEFF-1B1EB01E9B0F}" dt="2026-10-04T03:05:23.564" v="3722" actId="207"/>
          <ac:spMkLst>
            <pc:docMk/>
            <pc:sldMk cId="1661983491" sldId="268"/>
            <ac:spMk id="33" creationId="{0BE06176-5113-8550-3788-37486362CA5A}"/>
          </ac:spMkLst>
        </pc:spChg>
        <pc:spChg chg="add mod">
          <ac:chgData name="Dan Quynh" userId="49df875a03368b3c" providerId="LiveId" clId="{4BA4FFDC-1345-4871-AEFF-1B1EB01E9B0F}" dt="2026-10-04T03:05:36.491" v="3725" actId="207"/>
          <ac:spMkLst>
            <pc:docMk/>
            <pc:sldMk cId="1661983491" sldId="268"/>
            <ac:spMk id="34" creationId="{AB3BBAC6-B206-1BC8-6A8D-99CC86C959F2}"/>
          </ac:spMkLst>
        </pc:spChg>
        <pc:spChg chg="add mod">
          <ac:chgData name="Dan Quynh" userId="49df875a03368b3c" providerId="LiveId" clId="{4BA4FFDC-1345-4871-AEFF-1B1EB01E9B0F}" dt="2026-10-04T02:47:02.130" v="3415" actId="14100"/>
          <ac:spMkLst>
            <pc:docMk/>
            <pc:sldMk cId="1661983491" sldId="268"/>
            <ac:spMk id="38" creationId="{20554F6C-B6A8-0949-6525-919BCE68B81C}"/>
          </ac:spMkLst>
        </pc:spChg>
        <pc:spChg chg="add mod">
          <ac:chgData name="Dan Quynh" userId="49df875a03368b3c" providerId="LiveId" clId="{4BA4FFDC-1345-4871-AEFF-1B1EB01E9B0F}" dt="2026-10-04T03:02:10.457" v="3691" actId="1076"/>
          <ac:spMkLst>
            <pc:docMk/>
            <pc:sldMk cId="1661983491" sldId="268"/>
            <ac:spMk id="39" creationId="{CECE6552-91B3-2A24-10C7-87EAE1A5F92C}"/>
          </ac:spMkLst>
        </pc:spChg>
        <pc:spChg chg="add mod">
          <ac:chgData name="Dan Quynh" userId="49df875a03368b3c" providerId="LiveId" clId="{4BA4FFDC-1345-4871-AEFF-1B1EB01E9B0F}" dt="2026-10-04T03:08:08.206" v="3730" actId="207"/>
          <ac:spMkLst>
            <pc:docMk/>
            <pc:sldMk cId="1661983491" sldId="268"/>
            <ac:spMk id="40" creationId="{9E757D1F-ADB9-34C0-C5A5-5BF13FAFE19E}"/>
          </ac:spMkLst>
        </pc:spChg>
        <pc:spChg chg="add mod">
          <ac:chgData name="Dan Quynh" userId="49df875a03368b3c" providerId="LiveId" clId="{4BA4FFDC-1345-4871-AEFF-1B1EB01E9B0F}" dt="2026-10-04T02:51:22.417" v="3633" actId="1035"/>
          <ac:spMkLst>
            <pc:docMk/>
            <pc:sldMk cId="1661983491" sldId="268"/>
            <ac:spMk id="41" creationId="{48A64546-7A81-E844-0A80-111A3943E29F}"/>
          </ac:spMkLst>
        </pc:spChg>
        <pc:spChg chg="add mod">
          <ac:chgData name="Dan Quynh" userId="49df875a03368b3c" providerId="LiveId" clId="{4BA4FFDC-1345-4871-AEFF-1B1EB01E9B0F}" dt="2026-10-04T02:51:46.090" v="3645" actId="20577"/>
          <ac:spMkLst>
            <pc:docMk/>
            <pc:sldMk cId="1661983491" sldId="268"/>
            <ac:spMk id="42" creationId="{8151E04D-7043-C504-E9AC-5DEBCEB20E40}"/>
          </ac:spMkLst>
        </pc:spChg>
        <pc:spChg chg="add mod">
          <ac:chgData name="Dan Quynh" userId="49df875a03368b3c" providerId="LiveId" clId="{4BA4FFDC-1345-4871-AEFF-1B1EB01E9B0F}" dt="2026-10-06T01:39:11.801" v="7145" actId="20577"/>
          <ac:spMkLst>
            <pc:docMk/>
            <pc:sldMk cId="1661983491" sldId="268"/>
            <ac:spMk id="44" creationId="{0178CB69-EA3A-A3D0-D5A6-61F9A4D789FC}"/>
          </ac:spMkLst>
        </pc:spChg>
        <pc:spChg chg="add mod">
          <ac:chgData name="Dan Quynh" userId="49df875a03368b3c" providerId="LiveId" clId="{4BA4FFDC-1345-4871-AEFF-1B1EB01E9B0F}" dt="2026-10-06T01:39:17.852" v="7149" actId="20577"/>
          <ac:spMkLst>
            <pc:docMk/>
            <pc:sldMk cId="1661983491" sldId="268"/>
            <ac:spMk id="46" creationId="{FC0EC2B1-997E-38F8-DFFA-F5607791544F}"/>
          </ac:spMkLst>
        </pc:spChg>
      </pc:sldChg>
      <pc:sldChg chg="addSp delSp modSp add mod">
        <pc:chgData name="Dan Quynh" userId="49df875a03368b3c" providerId="LiveId" clId="{4BA4FFDC-1345-4871-AEFF-1B1EB01E9B0F}" dt="2026-10-06T01:39:37.424" v="7157" actId="20577"/>
        <pc:sldMkLst>
          <pc:docMk/>
          <pc:sldMk cId="4069029581" sldId="269"/>
        </pc:sldMkLst>
        <pc:spChg chg="add mod ord">
          <ac:chgData name="Dan Quynh" userId="49df875a03368b3c" providerId="LiveId" clId="{4BA4FFDC-1345-4871-AEFF-1B1EB01E9B0F}" dt="2026-10-02T14:37:30.987" v="2505" actId="1076"/>
          <ac:spMkLst>
            <pc:docMk/>
            <pc:sldMk cId="4069029581" sldId="269"/>
            <ac:spMk id="3" creationId="{45B20019-9515-7B6D-2924-F5B58C2B86BC}"/>
          </ac:spMkLst>
        </pc:spChg>
        <pc:spChg chg="mod">
          <ac:chgData name="Dan Quynh" userId="49df875a03368b3c" providerId="LiveId" clId="{4BA4FFDC-1345-4871-AEFF-1B1EB01E9B0F}" dt="2026-10-02T14:42:22.336" v="2595" actId="123"/>
          <ac:spMkLst>
            <pc:docMk/>
            <pc:sldMk cId="4069029581" sldId="269"/>
            <ac:spMk id="4" creationId="{86BDBD5F-26F7-1AA9-782E-E1F8A7B9DAEC}"/>
          </ac:spMkLst>
        </pc:spChg>
        <pc:spChg chg="add mod">
          <ac:chgData name="Dan Quynh" userId="49df875a03368b3c" providerId="LiveId" clId="{4BA4FFDC-1345-4871-AEFF-1B1EB01E9B0F}" dt="2026-10-02T14:34:47.996" v="2474" actId="1076"/>
          <ac:spMkLst>
            <pc:docMk/>
            <pc:sldMk cId="4069029581" sldId="269"/>
            <ac:spMk id="5" creationId="{8E765478-0173-A83B-41A3-F1134D54A9D3}"/>
          </ac:spMkLst>
        </pc:spChg>
        <pc:spChg chg="add mod">
          <ac:chgData name="Dan Quynh" userId="49df875a03368b3c" providerId="LiveId" clId="{4BA4FFDC-1345-4871-AEFF-1B1EB01E9B0F}" dt="2026-10-06T01:39:37.424" v="7157" actId="20577"/>
          <ac:spMkLst>
            <pc:docMk/>
            <pc:sldMk cId="4069029581" sldId="269"/>
            <ac:spMk id="6" creationId="{1770A3F8-7C6A-FF63-8CB2-B758998246D8}"/>
          </ac:spMkLst>
        </pc:spChg>
        <pc:spChg chg="add mod ord">
          <ac:chgData name="Dan Quynh" userId="49df875a03368b3c" providerId="LiveId" clId="{4BA4FFDC-1345-4871-AEFF-1B1EB01E9B0F}" dt="2026-10-02T14:38:38.483" v="2514" actId="1076"/>
          <ac:spMkLst>
            <pc:docMk/>
            <pc:sldMk cId="4069029581" sldId="269"/>
            <ac:spMk id="7" creationId="{ED5231DE-DBB2-47F0-7D75-C19338D02119}"/>
          </ac:spMkLst>
        </pc:spChg>
        <pc:spChg chg="add mod">
          <ac:chgData name="Dan Quynh" userId="49df875a03368b3c" providerId="LiveId" clId="{4BA4FFDC-1345-4871-AEFF-1B1EB01E9B0F}" dt="2026-10-02T14:40:36.302" v="2555" actId="20577"/>
          <ac:spMkLst>
            <pc:docMk/>
            <pc:sldMk cId="4069029581" sldId="269"/>
            <ac:spMk id="8" creationId="{29791E32-04AD-ED4C-5360-D09D498041EA}"/>
          </ac:spMkLst>
        </pc:spChg>
        <pc:spChg chg="add mod ord">
          <ac:chgData name="Dan Quynh" userId="49df875a03368b3c" providerId="LiveId" clId="{4BA4FFDC-1345-4871-AEFF-1B1EB01E9B0F}" dt="2026-10-02T14:38:41.455" v="2515" actId="1076"/>
          <ac:spMkLst>
            <pc:docMk/>
            <pc:sldMk cId="4069029581" sldId="269"/>
            <ac:spMk id="13" creationId="{15DAAD98-77C4-96E0-91CE-0EBDAEFC767D}"/>
          </ac:spMkLst>
        </pc:spChg>
        <pc:spChg chg="add">
          <ac:chgData name="Dan Quynh" userId="49df875a03368b3c" providerId="LiveId" clId="{4BA4FFDC-1345-4871-AEFF-1B1EB01E9B0F}" dt="2026-10-02T14:37:18.085" v="2504" actId="22"/>
          <ac:spMkLst>
            <pc:docMk/>
            <pc:sldMk cId="4069029581" sldId="269"/>
            <ac:spMk id="15" creationId="{14A771CF-8E27-E96F-8464-581ECD6E9F37}"/>
          </ac:spMkLst>
        </pc:spChg>
        <pc:spChg chg="add mod">
          <ac:chgData name="Dan Quynh" userId="49df875a03368b3c" providerId="LiveId" clId="{4BA4FFDC-1345-4871-AEFF-1B1EB01E9B0F}" dt="2026-10-02T14:38:51.615" v="2516" actId="1076"/>
          <ac:spMkLst>
            <pc:docMk/>
            <pc:sldMk cId="4069029581" sldId="269"/>
            <ac:spMk id="17" creationId="{E1E0FBAD-1857-CF15-CC40-E066A8692D29}"/>
          </ac:spMkLst>
        </pc:spChg>
        <pc:spChg chg="add mod">
          <ac:chgData name="Dan Quynh" userId="49df875a03368b3c" providerId="LiveId" clId="{4BA4FFDC-1345-4871-AEFF-1B1EB01E9B0F}" dt="2026-10-02T14:39:14.025" v="2517" actId="1076"/>
          <ac:spMkLst>
            <pc:docMk/>
            <pc:sldMk cId="4069029581" sldId="269"/>
            <ac:spMk id="19" creationId="{931B11AC-26FD-68C2-9339-BBA634943F30}"/>
          </ac:spMkLst>
        </pc:spChg>
        <pc:spChg chg="add mod">
          <ac:chgData name="Dan Quynh" userId="49df875a03368b3c" providerId="LiveId" clId="{4BA4FFDC-1345-4871-AEFF-1B1EB01E9B0F}" dt="2026-10-02T14:40:03.541" v="2523" actId="1076"/>
          <ac:spMkLst>
            <pc:docMk/>
            <pc:sldMk cId="4069029581" sldId="269"/>
            <ac:spMk id="21" creationId="{4B20A020-15D6-B586-BDA8-114277457D85}"/>
          </ac:spMkLst>
        </pc:spChg>
        <pc:spChg chg="add mod">
          <ac:chgData name="Dan Quynh" userId="49df875a03368b3c" providerId="LiveId" clId="{4BA4FFDC-1345-4871-AEFF-1B1EB01E9B0F}" dt="2026-10-02T14:40:21.493" v="2553" actId="20577"/>
          <ac:spMkLst>
            <pc:docMk/>
            <pc:sldMk cId="4069029581" sldId="269"/>
            <ac:spMk id="23" creationId="{F0023CDA-C616-A67A-5AA8-DB291EE1A214}"/>
          </ac:spMkLst>
        </pc:spChg>
      </pc:sldChg>
      <pc:sldChg chg="modSp add mod ord">
        <pc:chgData name="Dan Quynh" userId="49df875a03368b3c" providerId="LiveId" clId="{4BA4FFDC-1345-4871-AEFF-1B1EB01E9B0F}" dt="2026-10-05T08:43:04.042" v="6977" actId="20577"/>
        <pc:sldMkLst>
          <pc:docMk/>
          <pc:sldMk cId="446421213" sldId="270"/>
        </pc:sldMkLst>
        <pc:spChg chg="mod">
          <ac:chgData name="Dan Quynh" userId="49df875a03368b3c" providerId="LiveId" clId="{4BA4FFDC-1345-4871-AEFF-1B1EB01E9B0F}" dt="2026-10-05T08:43:04.042" v="6977" actId="20577"/>
          <ac:spMkLst>
            <pc:docMk/>
            <pc:sldMk cId="446421213" sldId="270"/>
            <ac:spMk id="33" creationId="{3CC8D085-7A0E-36E2-F2EE-0E69F94167D2}"/>
          </ac:spMkLst>
        </pc:spChg>
      </pc:sldChg>
      <pc:sldChg chg="addSp modSp add mod">
        <pc:chgData name="Dan Quynh" userId="49df875a03368b3c" providerId="LiveId" clId="{4BA4FFDC-1345-4871-AEFF-1B1EB01E9B0F}" dt="2026-10-06T01:41:10.418" v="7190" actId="20577"/>
        <pc:sldMkLst>
          <pc:docMk/>
          <pc:sldMk cId="667503989" sldId="271"/>
        </pc:sldMkLst>
        <pc:spChg chg="add mod">
          <ac:chgData name="Dan Quynh" userId="49df875a03368b3c" providerId="LiveId" clId="{4BA4FFDC-1345-4871-AEFF-1B1EB01E9B0F}" dt="2026-10-06T01:41:10.418" v="7190" actId="20577"/>
          <ac:spMkLst>
            <pc:docMk/>
            <pc:sldMk cId="667503989" sldId="271"/>
            <ac:spMk id="3" creationId="{DEBDB9E0-A8BF-7BD6-FF98-109DF03AB5EF}"/>
          </ac:spMkLst>
        </pc:spChg>
        <pc:spChg chg="mod">
          <ac:chgData name="Dan Quynh" userId="49df875a03368b3c" providerId="LiveId" clId="{4BA4FFDC-1345-4871-AEFF-1B1EB01E9B0F}" dt="2026-10-04T14:13:05.504" v="6968" actId="123"/>
          <ac:spMkLst>
            <pc:docMk/>
            <pc:sldMk cId="667503989" sldId="271"/>
            <ac:spMk id="42" creationId="{B8096DF8-ADA1-3D23-73EE-63330FC63930}"/>
          </ac:spMkLst>
        </pc:spChg>
      </pc:sldChg>
      <pc:sldChg chg="addSp delSp modSp add mod">
        <pc:chgData name="Dan Quynh" userId="49df875a03368b3c" providerId="LiveId" clId="{4BA4FFDC-1345-4871-AEFF-1B1EB01E9B0F}" dt="2026-10-06T01:40:03.622" v="7168" actId="20577"/>
        <pc:sldMkLst>
          <pc:docMk/>
          <pc:sldMk cId="972488259" sldId="272"/>
        </pc:sldMkLst>
        <pc:spChg chg="mod">
          <ac:chgData name="Dan Quynh" userId="49df875a03368b3c" providerId="LiveId" clId="{4BA4FFDC-1345-4871-AEFF-1B1EB01E9B0F}" dt="2026-10-04T07:00:15.453" v="5133" actId="1037"/>
          <ac:spMkLst>
            <pc:docMk/>
            <pc:sldMk cId="972488259" sldId="272"/>
            <ac:spMk id="3" creationId="{3A7E1197-6003-0C37-2352-A87C185A5CBA}"/>
          </ac:spMkLst>
        </pc:spChg>
        <pc:spChg chg="mod">
          <ac:chgData name="Dan Quynh" userId="49df875a03368b3c" providerId="LiveId" clId="{4BA4FFDC-1345-4871-AEFF-1B1EB01E9B0F}" dt="2026-10-04T06:34:58.311" v="4559" actId="1076"/>
          <ac:spMkLst>
            <pc:docMk/>
            <pc:sldMk cId="972488259" sldId="272"/>
            <ac:spMk id="4" creationId="{C0BC1906-CD4B-00C4-A39B-751A81F1ADE6}"/>
          </ac:spMkLst>
        </pc:spChg>
        <pc:spChg chg="add mod">
          <ac:chgData name="Dan Quynh" userId="49df875a03368b3c" providerId="LiveId" clId="{4BA4FFDC-1345-4871-AEFF-1B1EB01E9B0F}" dt="2026-10-06T01:40:03.622" v="7168" actId="20577"/>
          <ac:spMkLst>
            <pc:docMk/>
            <pc:sldMk cId="972488259" sldId="272"/>
            <ac:spMk id="7" creationId="{388848C3-BBFB-EB36-714A-F32C3FAEA515}"/>
          </ac:spMkLst>
        </pc:spChg>
        <pc:spChg chg="add mod">
          <ac:chgData name="Dan Quynh" userId="49df875a03368b3c" providerId="LiveId" clId="{4BA4FFDC-1345-4871-AEFF-1B1EB01E9B0F}" dt="2026-10-04T06:51:42.787" v="4911" actId="1076"/>
          <ac:spMkLst>
            <pc:docMk/>
            <pc:sldMk cId="972488259" sldId="272"/>
            <ac:spMk id="8" creationId="{09DB25B4-76E1-3028-FDDA-09D0CF25F93B}"/>
          </ac:spMkLst>
        </pc:spChg>
        <pc:spChg chg="add mod">
          <ac:chgData name="Dan Quynh" userId="49df875a03368b3c" providerId="LiveId" clId="{4BA4FFDC-1345-4871-AEFF-1B1EB01E9B0F}" dt="2026-10-04T06:51:53.196" v="4912" actId="207"/>
          <ac:spMkLst>
            <pc:docMk/>
            <pc:sldMk cId="972488259" sldId="272"/>
            <ac:spMk id="10" creationId="{6499572E-DC60-2851-35E2-2CDC422D6502}"/>
          </ac:spMkLst>
        </pc:spChg>
        <pc:graphicFrameChg chg="add mod modGraphic">
          <ac:chgData name="Dan Quynh" userId="49df875a03368b3c" providerId="LiveId" clId="{4BA4FFDC-1345-4871-AEFF-1B1EB01E9B0F}" dt="2026-10-04T06:41:01.721" v="4617" actId="2711"/>
          <ac:graphicFrameMkLst>
            <pc:docMk/>
            <pc:sldMk cId="972488259" sldId="272"/>
            <ac:graphicFrameMk id="5" creationId="{B652B0B5-073F-82FB-476A-343F195D7F73}"/>
          </ac:graphicFrameMkLst>
        </pc:graphicFrameChg>
      </pc:sldChg>
      <pc:sldChg chg="addSp delSp modSp add mod">
        <pc:chgData name="Dan Quynh" userId="49df875a03368b3c" providerId="LiveId" clId="{4BA4FFDC-1345-4871-AEFF-1B1EB01E9B0F}" dt="2026-10-06T01:40:08.430" v="7170" actId="20577"/>
        <pc:sldMkLst>
          <pc:docMk/>
          <pc:sldMk cId="3248231047" sldId="273"/>
        </pc:sldMkLst>
        <pc:spChg chg="mod">
          <ac:chgData name="Dan Quynh" userId="49df875a03368b3c" providerId="LiveId" clId="{4BA4FFDC-1345-4871-AEFF-1B1EB01E9B0F}" dt="2026-10-04T06:35:52.596" v="4596"/>
          <ac:spMkLst>
            <pc:docMk/>
            <pc:sldMk cId="3248231047" sldId="273"/>
            <ac:spMk id="3" creationId="{1FEB65A8-83A5-3F97-8498-C2196AB4AC14}"/>
          </ac:spMkLst>
        </pc:spChg>
        <pc:spChg chg="mod">
          <ac:chgData name="Dan Quynh" userId="49df875a03368b3c" providerId="LiveId" clId="{4BA4FFDC-1345-4871-AEFF-1B1EB01E9B0F}" dt="2026-10-04T14:08:07.406" v="6966" actId="2711"/>
          <ac:spMkLst>
            <pc:docMk/>
            <pc:sldMk cId="3248231047" sldId="273"/>
            <ac:spMk id="4" creationId="{82A336CF-7035-8B8B-73BA-0E6C50B89F9B}"/>
          </ac:spMkLst>
        </pc:spChg>
        <pc:spChg chg="add mod">
          <ac:chgData name="Dan Quynh" userId="49df875a03368b3c" providerId="LiveId" clId="{4BA4FFDC-1345-4871-AEFF-1B1EB01E9B0F}" dt="2026-10-06T01:40:08.430" v="7170" actId="20577"/>
          <ac:spMkLst>
            <pc:docMk/>
            <pc:sldMk cId="3248231047" sldId="273"/>
            <ac:spMk id="7" creationId="{51065139-B224-8B98-6B11-8C59DE860BC7}"/>
          </ac:spMkLst>
        </pc:spChg>
        <pc:spChg chg="add mod">
          <ac:chgData name="Dan Quynh" userId="49df875a03368b3c" providerId="LiveId" clId="{4BA4FFDC-1345-4871-AEFF-1B1EB01E9B0F}" dt="2026-10-04T06:53:44.457" v="4940" actId="1035"/>
          <ac:spMkLst>
            <pc:docMk/>
            <pc:sldMk cId="3248231047" sldId="273"/>
            <ac:spMk id="8" creationId="{BF1EB36D-79B7-AECF-EBC3-CF2814DE5722}"/>
          </ac:spMkLst>
        </pc:spChg>
        <pc:spChg chg="add mod">
          <ac:chgData name="Dan Quynh" userId="49df875a03368b3c" providerId="LiveId" clId="{4BA4FFDC-1345-4871-AEFF-1B1EB01E9B0F}" dt="2026-10-04T06:53:56.451" v="4941" actId="207"/>
          <ac:spMkLst>
            <pc:docMk/>
            <pc:sldMk cId="3248231047" sldId="273"/>
            <ac:spMk id="10" creationId="{2EC2D833-7370-7103-B66E-61DD3B932D8D}"/>
          </ac:spMkLst>
        </pc:spChg>
        <pc:graphicFrameChg chg="add mod modGraphic">
          <ac:chgData name="Dan Quynh" userId="49df875a03368b3c" providerId="LiveId" clId="{4BA4FFDC-1345-4871-AEFF-1B1EB01E9B0F}" dt="2026-10-04T13:53:00.190" v="6956" actId="20577"/>
          <ac:graphicFrameMkLst>
            <pc:docMk/>
            <pc:sldMk cId="3248231047" sldId="273"/>
            <ac:graphicFrameMk id="2" creationId="{EDFF87E0-EF43-7419-EDE5-110D59C1F5BD}"/>
          </ac:graphicFrameMkLst>
        </pc:graphicFrameChg>
      </pc:sldChg>
      <pc:sldChg chg="addSp delSp modSp add mod">
        <pc:chgData name="Dan Quynh" userId="49df875a03368b3c" providerId="LiveId" clId="{4BA4FFDC-1345-4871-AEFF-1B1EB01E9B0F}" dt="2026-10-06T01:40:14.553" v="7172" actId="20577"/>
        <pc:sldMkLst>
          <pc:docMk/>
          <pc:sldMk cId="2237460422" sldId="274"/>
        </pc:sldMkLst>
        <pc:spChg chg="mod">
          <ac:chgData name="Dan Quynh" userId="49df875a03368b3c" providerId="LiveId" clId="{4BA4FFDC-1345-4871-AEFF-1B1EB01E9B0F}" dt="2026-10-04T06:46:51.946" v="4776" actId="2711"/>
          <ac:spMkLst>
            <pc:docMk/>
            <pc:sldMk cId="2237460422" sldId="274"/>
            <ac:spMk id="3" creationId="{0DCBA7D4-E3D6-DF53-F598-B38F99DBA6B8}"/>
          </ac:spMkLst>
        </pc:spChg>
        <pc:spChg chg="mod">
          <ac:chgData name="Dan Quynh" userId="49df875a03368b3c" providerId="LiveId" clId="{4BA4FFDC-1345-4871-AEFF-1B1EB01E9B0F}" dt="2026-10-04T06:50:12.525" v="4896" actId="1076"/>
          <ac:spMkLst>
            <pc:docMk/>
            <pc:sldMk cId="2237460422" sldId="274"/>
            <ac:spMk id="4" creationId="{3436786A-898B-C3C0-26F5-C4EF74C3A6DE}"/>
          </ac:spMkLst>
        </pc:spChg>
        <pc:spChg chg="add mod">
          <ac:chgData name="Dan Quynh" userId="49df875a03368b3c" providerId="LiveId" clId="{4BA4FFDC-1345-4871-AEFF-1B1EB01E9B0F}" dt="2026-10-06T01:40:14.553" v="7172" actId="20577"/>
          <ac:spMkLst>
            <pc:docMk/>
            <pc:sldMk cId="2237460422" sldId="274"/>
            <ac:spMk id="7" creationId="{31D5E81C-1918-2D24-F20F-D6D7885730B2}"/>
          </ac:spMkLst>
        </pc:spChg>
        <pc:spChg chg="add mod">
          <ac:chgData name="Dan Quynh" userId="49df875a03368b3c" providerId="LiveId" clId="{4BA4FFDC-1345-4871-AEFF-1B1EB01E9B0F}" dt="2026-10-04T06:50:45.298" v="4904" actId="1076"/>
          <ac:spMkLst>
            <pc:docMk/>
            <pc:sldMk cId="2237460422" sldId="274"/>
            <ac:spMk id="8" creationId="{BCB6556D-0D6E-92D3-4C85-514E2926368A}"/>
          </ac:spMkLst>
        </pc:spChg>
        <pc:spChg chg="add mod">
          <ac:chgData name="Dan Quynh" userId="49df875a03368b3c" providerId="LiveId" clId="{4BA4FFDC-1345-4871-AEFF-1B1EB01E9B0F}" dt="2026-10-04T06:52:02.780" v="4913" actId="207"/>
          <ac:spMkLst>
            <pc:docMk/>
            <pc:sldMk cId="2237460422" sldId="274"/>
            <ac:spMk id="10" creationId="{F43AC6A4-0179-5756-5293-75040885E52F}"/>
          </ac:spMkLst>
        </pc:spChg>
        <pc:graphicFrameChg chg="add mod modGraphic">
          <ac:chgData name="Dan Quynh" userId="49df875a03368b3c" providerId="LiveId" clId="{4BA4FFDC-1345-4871-AEFF-1B1EB01E9B0F}" dt="2026-10-04T13:53:05.132" v="6957" actId="20577"/>
          <ac:graphicFrameMkLst>
            <pc:docMk/>
            <pc:sldMk cId="2237460422" sldId="274"/>
            <ac:graphicFrameMk id="5" creationId="{23779B17-E551-CCF3-9831-97AD2E331B83}"/>
          </ac:graphicFrameMkLst>
        </pc:graphicFrameChg>
      </pc:sldChg>
      <pc:sldChg chg="addSp delSp modSp add mod">
        <pc:chgData name="Dan Quynh" userId="49df875a03368b3c" providerId="LiveId" clId="{4BA4FFDC-1345-4871-AEFF-1B1EB01E9B0F}" dt="2026-10-06T01:40:25.124" v="7174" actId="20577"/>
        <pc:sldMkLst>
          <pc:docMk/>
          <pc:sldMk cId="2673576239" sldId="275"/>
        </pc:sldMkLst>
        <pc:spChg chg="mod">
          <ac:chgData name="Dan Quynh" userId="49df875a03368b3c" providerId="LiveId" clId="{4BA4FFDC-1345-4871-AEFF-1B1EB01E9B0F}" dt="2026-10-04T07:00:27.498" v="5144" actId="1037"/>
          <ac:spMkLst>
            <pc:docMk/>
            <pc:sldMk cId="2673576239" sldId="275"/>
            <ac:spMk id="3" creationId="{ED7DF5B8-BAD1-4CF4-3928-27831707FB7D}"/>
          </ac:spMkLst>
        </pc:spChg>
        <pc:spChg chg="mod">
          <ac:chgData name="Dan Quynh" userId="49df875a03368b3c" providerId="LiveId" clId="{4BA4FFDC-1345-4871-AEFF-1B1EB01E9B0F}" dt="2026-10-04T06:57:58.270" v="5021" actId="1076"/>
          <ac:spMkLst>
            <pc:docMk/>
            <pc:sldMk cId="2673576239" sldId="275"/>
            <ac:spMk id="4" creationId="{A7D3B9F1-286D-141B-1EC7-8FED1099DBB0}"/>
          </ac:spMkLst>
        </pc:spChg>
        <pc:spChg chg="add mod">
          <ac:chgData name="Dan Quynh" userId="49df875a03368b3c" providerId="LiveId" clId="{4BA4FFDC-1345-4871-AEFF-1B1EB01E9B0F}" dt="2026-10-06T01:40:25.124" v="7174" actId="20577"/>
          <ac:spMkLst>
            <pc:docMk/>
            <pc:sldMk cId="2673576239" sldId="275"/>
            <ac:spMk id="7" creationId="{9CFAB919-6EB3-00BE-50DE-6835714C42A6}"/>
          </ac:spMkLst>
        </pc:spChg>
        <pc:spChg chg="mod">
          <ac:chgData name="Dan Quynh" userId="49df875a03368b3c" providerId="LiveId" clId="{4BA4FFDC-1345-4871-AEFF-1B1EB01E9B0F}" dt="2026-10-04T06:58:41.395" v="5055" actId="1038"/>
          <ac:spMkLst>
            <pc:docMk/>
            <pc:sldMk cId="2673576239" sldId="275"/>
            <ac:spMk id="8" creationId="{7DE4C122-C505-0D72-07CA-3FF44C88644A}"/>
          </ac:spMkLst>
        </pc:spChg>
        <pc:spChg chg="mod">
          <ac:chgData name="Dan Quynh" userId="49df875a03368b3c" providerId="LiveId" clId="{4BA4FFDC-1345-4871-AEFF-1B1EB01E9B0F}" dt="2026-10-04T06:58:41.395" v="5055" actId="1038"/>
          <ac:spMkLst>
            <pc:docMk/>
            <pc:sldMk cId="2673576239" sldId="275"/>
            <ac:spMk id="10" creationId="{4C43BFBB-7DA1-5E73-CA81-4E1D40E64A20}"/>
          </ac:spMkLst>
        </pc:spChg>
        <pc:graphicFrameChg chg="add mod modGraphic">
          <ac:chgData name="Dan Quynh" userId="49df875a03368b3c" providerId="LiveId" clId="{4BA4FFDC-1345-4871-AEFF-1B1EB01E9B0F}" dt="2026-10-05T08:45:13.820" v="7008" actId="1038"/>
          <ac:graphicFrameMkLst>
            <pc:docMk/>
            <pc:sldMk cId="2673576239" sldId="275"/>
            <ac:graphicFrameMk id="2" creationId="{58909BF1-DE60-FD49-F5A5-43F0EAD08CFD}"/>
          </ac:graphicFrameMkLst>
        </pc:graphicFrameChg>
      </pc:sldChg>
      <pc:sldChg chg="addSp delSp modSp add mod">
        <pc:chgData name="Dan Quynh" userId="49df875a03368b3c" providerId="LiveId" clId="{4BA4FFDC-1345-4871-AEFF-1B1EB01E9B0F}" dt="2026-10-06T01:40:29.407" v="7176" actId="20577"/>
        <pc:sldMkLst>
          <pc:docMk/>
          <pc:sldMk cId="1999138156" sldId="276"/>
        </pc:sldMkLst>
        <pc:spChg chg="mod">
          <ac:chgData name="Dan Quynh" userId="49df875a03368b3c" providerId="LiveId" clId="{4BA4FFDC-1345-4871-AEFF-1B1EB01E9B0F}" dt="2026-10-04T07:00:35.883" v="5159" actId="1038"/>
          <ac:spMkLst>
            <pc:docMk/>
            <pc:sldMk cId="1999138156" sldId="276"/>
            <ac:spMk id="3" creationId="{3C42E8AF-1ECC-CF33-F5F4-C552B1D9A050}"/>
          </ac:spMkLst>
        </pc:spChg>
        <pc:spChg chg="mod">
          <ac:chgData name="Dan Quynh" userId="49df875a03368b3c" providerId="LiveId" clId="{4BA4FFDC-1345-4871-AEFF-1B1EB01E9B0F}" dt="2026-10-04T14:07:15.887" v="6962" actId="20577"/>
          <ac:spMkLst>
            <pc:docMk/>
            <pc:sldMk cId="1999138156" sldId="276"/>
            <ac:spMk id="4" creationId="{FF156924-8B29-DB49-85D2-70A1EAD4DB40}"/>
          </ac:spMkLst>
        </pc:spChg>
        <pc:spChg chg="add mod">
          <ac:chgData name="Dan Quynh" userId="49df875a03368b3c" providerId="LiveId" clId="{4BA4FFDC-1345-4871-AEFF-1B1EB01E9B0F}" dt="2026-10-04T07:01:59.188" v="5169" actId="1076"/>
          <ac:spMkLst>
            <pc:docMk/>
            <pc:sldMk cId="1999138156" sldId="276"/>
            <ac:spMk id="5" creationId="{BDBC6C36-6092-1A89-0DD6-3395562919E2}"/>
          </ac:spMkLst>
        </pc:spChg>
        <pc:spChg chg="add mod">
          <ac:chgData name="Dan Quynh" userId="49df875a03368b3c" providerId="LiveId" clId="{4BA4FFDC-1345-4871-AEFF-1B1EB01E9B0F}" dt="2026-10-04T07:03:21.743" v="5203" actId="1035"/>
          <ac:spMkLst>
            <pc:docMk/>
            <pc:sldMk cId="1999138156" sldId="276"/>
            <ac:spMk id="7" creationId="{B7FF56CE-3A48-208D-E1B0-9E15FB02D0FA}"/>
          </ac:spMkLst>
        </pc:spChg>
        <pc:spChg chg="mod">
          <ac:chgData name="Dan Quynh" userId="49df875a03368b3c" providerId="LiveId" clId="{4BA4FFDC-1345-4871-AEFF-1B1EB01E9B0F}" dt="2026-10-04T07:09:41.078" v="5377" actId="1076"/>
          <ac:spMkLst>
            <pc:docMk/>
            <pc:sldMk cId="1999138156" sldId="276"/>
            <ac:spMk id="8" creationId="{35F9A969-1C3B-4A99-DF07-4F31F9188689}"/>
          </ac:spMkLst>
        </pc:spChg>
        <pc:spChg chg="mod">
          <ac:chgData name="Dan Quynh" userId="49df875a03368b3c" providerId="LiveId" clId="{4BA4FFDC-1345-4871-AEFF-1B1EB01E9B0F}" dt="2026-10-04T07:09:31.444" v="5374" actId="1076"/>
          <ac:spMkLst>
            <pc:docMk/>
            <pc:sldMk cId="1999138156" sldId="276"/>
            <ac:spMk id="10" creationId="{9F292FF3-62D9-CBD9-A460-7842BFD09F55}"/>
          </ac:spMkLst>
        </pc:spChg>
        <pc:spChg chg="add mod">
          <ac:chgData name="Dan Quynh" userId="49df875a03368b3c" providerId="LiveId" clId="{4BA4FFDC-1345-4871-AEFF-1B1EB01E9B0F}" dt="2026-10-04T07:05:13.894" v="5254" actId="1035"/>
          <ac:spMkLst>
            <pc:docMk/>
            <pc:sldMk cId="1999138156" sldId="276"/>
            <ac:spMk id="11" creationId="{CBDE181D-DDEC-3B0A-344D-2AFFBD447186}"/>
          </ac:spMkLst>
        </pc:spChg>
        <pc:spChg chg="add mod">
          <ac:chgData name="Dan Quynh" userId="49df875a03368b3c" providerId="LiveId" clId="{4BA4FFDC-1345-4871-AEFF-1B1EB01E9B0F}" dt="2026-10-06T01:40:29.407" v="7176" actId="20577"/>
          <ac:spMkLst>
            <pc:docMk/>
            <pc:sldMk cId="1999138156" sldId="276"/>
            <ac:spMk id="12" creationId="{B3B24B57-452B-9A98-6B17-FE6C1499C04A}"/>
          </ac:spMkLst>
        </pc:spChg>
        <pc:spChg chg="add mod">
          <ac:chgData name="Dan Quynh" userId="49df875a03368b3c" providerId="LiveId" clId="{4BA4FFDC-1345-4871-AEFF-1B1EB01E9B0F}" dt="2026-10-04T07:03:21.743" v="5203" actId="1035"/>
          <ac:spMkLst>
            <pc:docMk/>
            <pc:sldMk cId="1999138156" sldId="276"/>
            <ac:spMk id="14" creationId="{B15AEA49-ABCF-A74D-C82A-A318F26B9923}"/>
          </ac:spMkLst>
        </pc:spChg>
        <pc:spChg chg="add mod">
          <ac:chgData name="Dan Quynh" userId="49df875a03368b3c" providerId="LiveId" clId="{4BA4FFDC-1345-4871-AEFF-1B1EB01E9B0F}" dt="2026-10-04T07:05:13.894" v="5254" actId="1035"/>
          <ac:spMkLst>
            <pc:docMk/>
            <pc:sldMk cId="1999138156" sldId="276"/>
            <ac:spMk id="16" creationId="{76CDA03C-8DAB-F940-EDC5-35D90F346928}"/>
          </ac:spMkLst>
        </pc:spChg>
        <pc:spChg chg="add mod">
          <ac:chgData name="Dan Quynh" userId="49df875a03368b3c" providerId="LiveId" clId="{4BA4FFDC-1345-4871-AEFF-1B1EB01E9B0F}" dt="2026-10-04T07:01:28.973" v="5161" actId="1076"/>
          <ac:spMkLst>
            <pc:docMk/>
            <pc:sldMk cId="1999138156" sldId="276"/>
            <ac:spMk id="19" creationId="{1A0F4816-69C5-1147-7D8D-5760649D32C0}"/>
          </ac:spMkLst>
        </pc:spChg>
        <pc:spChg chg="mod">
          <ac:chgData name="Dan Quynh" userId="49df875a03368b3c" providerId="LiveId" clId="{4BA4FFDC-1345-4871-AEFF-1B1EB01E9B0F}" dt="2026-10-04T07:03:21.743" v="5203" actId="1035"/>
          <ac:spMkLst>
            <pc:docMk/>
            <pc:sldMk cId="1999138156" sldId="276"/>
            <ac:spMk id="20" creationId="{F85F7336-5090-3396-B658-B7FE9F5CD5B9}"/>
          </ac:spMkLst>
        </pc:spChg>
        <pc:spChg chg="add mod">
          <ac:chgData name="Dan Quynh" userId="49df875a03368b3c" providerId="LiveId" clId="{4BA4FFDC-1345-4871-AEFF-1B1EB01E9B0F}" dt="2026-10-04T07:05:13.894" v="5254" actId="1035"/>
          <ac:spMkLst>
            <pc:docMk/>
            <pc:sldMk cId="1999138156" sldId="276"/>
            <ac:spMk id="22" creationId="{EC6E3E77-B70F-FEC6-AD8C-CC9C646779F1}"/>
          </ac:spMkLst>
        </pc:spChg>
        <pc:spChg chg="add mod">
          <ac:chgData name="Dan Quynh" userId="49df875a03368b3c" providerId="LiveId" clId="{4BA4FFDC-1345-4871-AEFF-1B1EB01E9B0F}" dt="2026-10-04T07:07:16.811" v="5346" actId="207"/>
          <ac:spMkLst>
            <pc:docMk/>
            <pc:sldMk cId="1999138156" sldId="276"/>
            <ac:spMk id="25" creationId="{82BA11AE-FA47-44CD-D68A-5FD6E6D58DF4}"/>
          </ac:spMkLst>
        </pc:spChg>
        <pc:spChg chg="add mod">
          <ac:chgData name="Dan Quynh" userId="49df875a03368b3c" providerId="LiveId" clId="{4BA4FFDC-1345-4871-AEFF-1B1EB01E9B0F}" dt="2026-10-04T07:07:27.018" v="5349" actId="113"/>
          <ac:spMkLst>
            <pc:docMk/>
            <pc:sldMk cId="1999138156" sldId="276"/>
            <ac:spMk id="26" creationId="{A7A5BC3E-B1C6-B592-5B10-51EEF3B580E0}"/>
          </ac:spMkLst>
        </pc:spChg>
        <pc:spChg chg="add mod">
          <ac:chgData name="Dan Quynh" userId="49df875a03368b3c" providerId="LiveId" clId="{4BA4FFDC-1345-4871-AEFF-1B1EB01E9B0F}" dt="2026-10-04T07:07:51.508" v="5352" actId="113"/>
          <ac:spMkLst>
            <pc:docMk/>
            <pc:sldMk cId="1999138156" sldId="276"/>
            <ac:spMk id="27" creationId="{D1DD2076-CDB4-9F1A-A646-83C44276F109}"/>
          </ac:spMkLst>
        </pc:spChg>
        <pc:cxnChg chg="mod">
          <ac:chgData name="Dan Quynh" userId="49df875a03368b3c" providerId="LiveId" clId="{4BA4FFDC-1345-4871-AEFF-1B1EB01E9B0F}" dt="2026-10-04T07:03:29.504" v="5209" actId="1036"/>
          <ac:cxnSpMkLst>
            <pc:docMk/>
            <pc:sldMk cId="1999138156" sldId="276"/>
            <ac:cxnSpMk id="9" creationId="{4AF5810F-5600-A730-4B7C-683A89FB59F6}"/>
          </ac:cxnSpMkLst>
        </pc:cxnChg>
        <pc:cxnChg chg="mod">
          <ac:chgData name="Dan Quynh" userId="49df875a03368b3c" providerId="LiveId" clId="{4BA4FFDC-1345-4871-AEFF-1B1EB01E9B0F}" dt="2026-10-04T07:03:29.504" v="5209" actId="1036"/>
          <ac:cxnSpMkLst>
            <pc:docMk/>
            <pc:sldMk cId="1999138156" sldId="276"/>
            <ac:cxnSpMk id="15" creationId="{7718B1B8-6BCD-4EBA-7769-CF028BC2DAF2}"/>
          </ac:cxnSpMkLst>
        </pc:cxnChg>
        <pc:cxnChg chg="mod">
          <ac:chgData name="Dan Quynh" userId="49df875a03368b3c" providerId="LiveId" clId="{4BA4FFDC-1345-4871-AEFF-1B1EB01E9B0F}" dt="2026-10-04T07:03:29.504" v="5209" actId="1036"/>
          <ac:cxnSpMkLst>
            <pc:docMk/>
            <pc:sldMk cId="1999138156" sldId="276"/>
            <ac:cxnSpMk id="21" creationId="{A90BF4A7-16F3-680C-E792-D526BFA423C1}"/>
          </ac:cxnSpMkLst>
        </pc:cxnChg>
      </pc:sldChg>
      <pc:sldChg chg="addSp delSp modSp add mod">
        <pc:chgData name="Dan Quynh" userId="49df875a03368b3c" providerId="LiveId" clId="{4BA4FFDC-1345-4871-AEFF-1B1EB01E9B0F}" dt="2026-10-06T01:40:34.421" v="7178" actId="20577"/>
        <pc:sldMkLst>
          <pc:docMk/>
          <pc:sldMk cId="2344533659" sldId="277"/>
        </pc:sldMkLst>
        <pc:spChg chg="mod">
          <ac:chgData name="Dan Quynh" userId="49df875a03368b3c" providerId="LiveId" clId="{4BA4FFDC-1345-4871-AEFF-1B1EB01E9B0F}" dt="2026-10-04T07:11:08.207" v="5441" actId="20577"/>
          <ac:spMkLst>
            <pc:docMk/>
            <pc:sldMk cId="2344533659" sldId="277"/>
            <ac:spMk id="3" creationId="{5BF5E73C-F046-A29F-096E-5CCC0A430208}"/>
          </ac:spMkLst>
        </pc:spChg>
        <pc:spChg chg="mod">
          <ac:chgData name="Dan Quynh" userId="49df875a03368b3c" providerId="LiveId" clId="{4BA4FFDC-1345-4871-AEFF-1B1EB01E9B0F}" dt="2026-10-04T07:12:55.760" v="5450" actId="1076"/>
          <ac:spMkLst>
            <pc:docMk/>
            <pc:sldMk cId="2344533659" sldId="277"/>
            <ac:spMk id="4" creationId="{13381BEE-966B-82CF-8FE5-B32995FA5F3B}"/>
          </ac:spMkLst>
        </pc:spChg>
        <pc:spChg chg="add mod">
          <ac:chgData name="Dan Quynh" userId="49df875a03368b3c" providerId="LiveId" clId="{4BA4FFDC-1345-4871-AEFF-1B1EB01E9B0F}" dt="2026-10-06T01:40:34.421" v="7178" actId="20577"/>
          <ac:spMkLst>
            <pc:docMk/>
            <pc:sldMk cId="2344533659" sldId="277"/>
            <ac:spMk id="7" creationId="{1F7B2AA1-B789-C4EF-A02A-2177903EC8BB}"/>
          </ac:spMkLst>
        </pc:spChg>
        <pc:spChg chg="mod">
          <ac:chgData name="Dan Quynh" userId="49df875a03368b3c" providerId="LiveId" clId="{4BA4FFDC-1345-4871-AEFF-1B1EB01E9B0F}" dt="2026-10-04T07:22:05.711" v="5690" actId="1037"/>
          <ac:spMkLst>
            <pc:docMk/>
            <pc:sldMk cId="2344533659" sldId="277"/>
            <ac:spMk id="8" creationId="{30201888-70E9-066F-4164-77DA29E78E8D}"/>
          </ac:spMkLst>
        </pc:spChg>
        <pc:spChg chg="mod">
          <ac:chgData name="Dan Quynh" userId="49df875a03368b3c" providerId="LiveId" clId="{4BA4FFDC-1345-4871-AEFF-1B1EB01E9B0F}" dt="2026-10-04T07:22:05.711" v="5690" actId="1037"/>
          <ac:spMkLst>
            <pc:docMk/>
            <pc:sldMk cId="2344533659" sldId="277"/>
            <ac:spMk id="10" creationId="{42366543-7485-E564-CE61-E91038228083}"/>
          </ac:spMkLst>
        </pc:spChg>
        <pc:spChg chg="add mod">
          <ac:chgData name="Dan Quynh" userId="49df875a03368b3c" providerId="LiveId" clId="{4BA4FFDC-1345-4871-AEFF-1B1EB01E9B0F}" dt="2026-10-04T07:16:25.269" v="5515" actId="14100"/>
          <ac:spMkLst>
            <pc:docMk/>
            <pc:sldMk cId="2344533659" sldId="277"/>
            <ac:spMk id="18" creationId="{73002242-F129-3754-B353-530833241DDA}"/>
          </ac:spMkLst>
        </pc:spChg>
        <pc:spChg chg="add mod">
          <ac:chgData name="Dan Quynh" userId="49df875a03368b3c" providerId="LiveId" clId="{4BA4FFDC-1345-4871-AEFF-1B1EB01E9B0F}" dt="2026-10-04T07:13:43.900" v="5471" actId="255"/>
          <ac:spMkLst>
            <pc:docMk/>
            <pc:sldMk cId="2344533659" sldId="277"/>
            <ac:spMk id="24" creationId="{7527FEE8-D217-1E69-08BD-3229CA2E1076}"/>
          </ac:spMkLst>
        </pc:spChg>
        <pc:spChg chg="add mod">
          <ac:chgData name="Dan Quynh" userId="49df875a03368b3c" providerId="LiveId" clId="{4BA4FFDC-1345-4871-AEFF-1B1EB01E9B0F}" dt="2026-10-04T07:15:16.359" v="5487" actId="20577"/>
          <ac:spMkLst>
            <pc:docMk/>
            <pc:sldMk cId="2344533659" sldId="277"/>
            <ac:spMk id="29" creationId="{19128FCD-84B9-5BE1-696D-A841AEEC4757}"/>
          </ac:spMkLst>
        </pc:spChg>
        <pc:spChg chg="add mod">
          <ac:chgData name="Dan Quynh" userId="49df875a03368b3c" providerId="LiveId" clId="{4BA4FFDC-1345-4871-AEFF-1B1EB01E9B0F}" dt="2026-10-04T07:20:35.652" v="5665" actId="1035"/>
          <ac:spMkLst>
            <pc:docMk/>
            <pc:sldMk cId="2344533659" sldId="277"/>
            <ac:spMk id="31" creationId="{94021055-D542-D8C9-2358-BF9B9264CD56}"/>
          </ac:spMkLst>
        </pc:spChg>
        <pc:spChg chg="add mod">
          <ac:chgData name="Dan Quynh" userId="49df875a03368b3c" providerId="LiveId" clId="{4BA4FFDC-1345-4871-AEFF-1B1EB01E9B0F}" dt="2026-10-04T07:22:20.989" v="5692" actId="20577"/>
          <ac:spMkLst>
            <pc:docMk/>
            <pc:sldMk cId="2344533659" sldId="277"/>
            <ac:spMk id="32" creationId="{FB3E44DF-5B6B-EEA0-085D-DE0E6B638EEA}"/>
          </ac:spMkLst>
        </pc:spChg>
        <pc:graphicFrameChg chg="add mod modGraphic">
          <ac:chgData name="Dan Quynh" userId="49df875a03368b3c" providerId="LiveId" clId="{4BA4FFDC-1345-4871-AEFF-1B1EB01E9B0F}" dt="2026-10-04T07:12:08.489" v="5446" actId="255"/>
          <ac:graphicFrameMkLst>
            <pc:docMk/>
            <pc:sldMk cId="2344533659" sldId="277"/>
            <ac:graphicFrameMk id="2" creationId="{822C20EB-DD67-39F7-BE1C-3A275AD8893F}"/>
          </ac:graphicFrameMkLst>
        </pc:graphicFrameChg>
      </pc:sldChg>
      <pc:sldChg chg="addSp delSp modSp add mod">
        <pc:chgData name="Dan Quynh" userId="49df875a03368b3c" providerId="LiveId" clId="{4BA4FFDC-1345-4871-AEFF-1B1EB01E9B0F}" dt="2026-10-06T01:40:38.835" v="7180" actId="20577"/>
        <pc:sldMkLst>
          <pc:docMk/>
          <pc:sldMk cId="271281953" sldId="278"/>
        </pc:sldMkLst>
        <pc:spChg chg="mod">
          <ac:chgData name="Dan Quynh" userId="49df875a03368b3c" providerId="LiveId" clId="{4BA4FFDC-1345-4871-AEFF-1B1EB01E9B0F}" dt="2026-10-04T07:23:28.662" v="5758" actId="1037"/>
          <ac:spMkLst>
            <pc:docMk/>
            <pc:sldMk cId="271281953" sldId="278"/>
            <ac:spMk id="3" creationId="{03716212-C763-5EEC-0FF8-A6DC9D634CA1}"/>
          </ac:spMkLst>
        </pc:spChg>
        <pc:spChg chg="mod">
          <ac:chgData name="Dan Quynh" userId="49df875a03368b3c" providerId="LiveId" clId="{4BA4FFDC-1345-4871-AEFF-1B1EB01E9B0F}" dt="2026-10-04T07:29:05.707" v="5813" actId="1076"/>
          <ac:spMkLst>
            <pc:docMk/>
            <pc:sldMk cId="271281953" sldId="278"/>
            <ac:spMk id="4" creationId="{463C769C-F940-7232-4D8F-271670B96E2F}"/>
          </ac:spMkLst>
        </pc:spChg>
        <pc:spChg chg="add mod">
          <ac:chgData name="Dan Quynh" userId="49df875a03368b3c" providerId="LiveId" clId="{4BA4FFDC-1345-4871-AEFF-1B1EB01E9B0F}" dt="2026-10-06T01:40:38.835" v="7180" actId="20577"/>
          <ac:spMkLst>
            <pc:docMk/>
            <pc:sldMk cId="271281953" sldId="278"/>
            <ac:spMk id="5" creationId="{A6868F88-09B1-8AA3-9324-C6B563722C04}"/>
          </ac:spMkLst>
        </pc:spChg>
        <pc:spChg chg="mod">
          <ac:chgData name="Dan Quynh" userId="49df875a03368b3c" providerId="LiveId" clId="{4BA4FFDC-1345-4871-AEFF-1B1EB01E9B0F}" dt="2026-10-04T07:29:30.218" v="5816" actId="14100"/>
          <ac:spMkLst>
            <pc:docMk/>
            <pc:sldMk cId="271281953" sldId="278"/>
            <ac:spMk id="8" creationId="{69D80B95-6439-5AD1-C458-B45DA37A438B}"/>
          </ac:spMkLst>
        </pc:spChg>
        <pc:spChg chg="mod">
          <ac:chgData name="Dan Quynh" userId="49df875a03368b3c" providerId="LiveId" clId="{4BA4FFDC-1345-4871-AEFF-1B1EB01E9B0F}" dt="2026-10-04T07:29:37.749" v="5819" actId="1035"/>
          <ac:spMkLst>
            <pc:docMk/>
            <pc:sldMk cId="271281953" sldId="278"/>
            <ac:spMk id="10" creationId="{DDCF6909-F2F9-FDE3-1B11-D9036F688229}"/>
          </ac:spMkLst>
        </pc:spChg>
        <pc:spChg chg="add mod">
          <ac:chgData name="Dan Quynh" userId="49df875a03368b3c" providerId="LiveId" clId="{4BA4FFDC-1345-4871-AEFF-1B1EB01E9B0F}" dt="2026-10-04T07:26:06.071" v="5778" actId="1076"/>
          <ac:spMkLst>
            <pc:docMk/>
            <pc:sldMk cId="271281953" sldId="278"/>
            <ac:spMk id="14" creationId="{1DC09D96-5AC3-D578-79F7-D4148B48CC48}"/>
          </ac:spMkLst>
        </pc:spChg>
        <pc:graphicFrameChg chg="add mod modGraphic">
          <ac:chgData name="Dan Quynh" userId="49df875a03368b3c" providerId="LiveId" clId="{4BA4FFDC-1345-4871-AEFF-1B1EB01E9B0F}" dt="2026-10-04T07:25:21.545" v="5771" actId="114"/>
          <ac:graphicFrameMkLst>
            <pc:docMk/>
            <pc:sldMk cId="271281953" sldId="278"/>
            <ac:graphicFrameMk id="12" creationId="{9180D80B-0C50-1F9B-C595-39CBB979C1B5}"/>
          </ac:graphicFrameMkLst>
        </pc:graphicFrameChg>
        <pc:picChg chg="add mod">
          <ac:chgData name="Dan Quynh" userId="49df875a03368b3c" providerId="LiveId" clId="{4BA4FFDC-1345-4871-AEFF-1B1EB01E9B0F}" dt="2026-10-04T07:24:30.359" v="5766" actId="1076"/>
          <ac:picMkLst>
            <pc:docMk/>
            <pc:sldMk cId="271281953" sldId="278"/>
            <ac:picMk id="11" creationId="{35ACA4AE-EE52-1D7E-FFC8-26530DA4E3C9}"/>
          </ac:picMkLst>
        </pc:picChg>
      </pc:sldChg>
      <pc:sldChg chg="addSp delSp modSp add mod">
        <pc:chgData name="Dan Quynh" userId="49df875a03368b3c" providerId="LiveId" clId="{4BA4FFDC-1345-4871-AEFF-1B1EB01E9B0F}" dt="2026-10-06T01:40:44.200" v="7184" actId="20577"/>
        <pc:sldMkLst>
          <pc:docMk/>
          <pc:sldMk cId="2027995489" sldId="279"/>
        </pc:sldMkLst>
        <pc:spChg chg="mod">
          <ac:chgData name="Dan Quynh" userId="49df875a03368b3c" providerId="LiveId" clId="{4BA4FFDC-1345-4871-AEFF-1B1EB01E9B0F}" dt="2026-10-04T07:31:25.570" v="5908" actId="14100"/>
          <ac:spMkLst>
            <pc:docMk/>
            <pc:sldMk cId="2027995489" sldId="279"/>
            <ac:spMk id="3" creationId="{87A609D5-5C8E-E32C-82C2-39FAE4D8D752}"/>
          </ac:spMkLst>
        </pc:spChg>
        <pc:spChg chg="mod">
          <ac:chgData name="Dan Quynh" userId="49df875a03368b3c" providerId="LiveId" clId="{4BA4FFDC-1345-4871-AEFF-1B1EB01E9B0F}" dt="2026-10-05T08:46:22.326" v="7063" actId="1036"/>
          <ac:spMkLst>
            <pc:docMk/>
            <pc:sldMk cId="2027995489" sldId="279"/>
            <ac:spMk id="4" creationId="{620D1330-9ABC-1373-9FE3-5D35AB4C672F}"/>
          </ac:spMkLst>
        </pc:spChg>
        <pc:spChg chg="add mod">
          <ac:chgData name="Dan Quynh" userId="49df875a03368b3c" providerId="LiveId" clId="{4BA4FFDC-1345-4871-AEFF-1B1EB01E9B0F}" dt="2026-10-06T01:40:44.200" v="7184" actId="20577"/>
          <ac:spMkLst>
            <pc:docMk/>
            <pc:sldMk cId="2027995489" sldId="279"/>
            <ac:spMk id="7" creationId="{31776A71-1FD2-5063-B49A-00331F075E98}"/>
          </ac:spMkLst>
        </pc:spChg>
        <pc:spChg chg="mod">
          <ac:chgData name="Dan Quynh" userId="49df875a03368b3c" providerId="LiveId" clId="{4BA4FFDC-1345-4871-AEFF-1B1EB01E9B0F}" dt="2026-10-04T07:34:35.575" v="5985" actId="1038"/>
          <ac:spMkLst>
            <pc:docMk/>
            <pc:sldMk cId="2027995489" sldId="279"/>
            <ac:spMk id="8" creationId="{BDCFD3AB-7D54-B083-4D34-8364E0F8E356}"/>
          </ac:spMkLst>
        </pc:spChg>
        <pc:spChg chg="mod">
          <ac:chgData name="Dan Quynh" userId="49df875a03368b3c" providerId="LiveId" clId="{4BA4FFDC-1345-4871-AEFF-1B1EB01E9B0F}" dt="2026-10-04T07:34:35.575" v="5985" actId="1038"/>
          <ac:spMkLst>
            <pc:docMk/>
            <pc:sldMk cId="2027995489" sldId="279"/>
            <ac:spMk id="10" creationId="{D5E4ED04-9B2B-0631-051E-11C33ED258BD}"/>
          </ac:spMkLst>
        </pc:spChg>
        <pc:graphicFrameChg chg="add mod modGraphic">
          <ac:chgData name="Dan Quynh" userId="49df875a03368b3c" providerId="LiveId" clId="{4BA4FFDC-1345-4871-AEFF-1B1EB01E9B0F}" dt="2026-10-05T08:45:58.211" v="7052" actId="1038"/>
          <ac:graphicFrameMkLst>
            <pc:docMk/>
            <pc:sldMk cId="2027995489" sldId="279"/>
            <ac:graphicFrameMk id="5" creationId="{8D377844-3CD8-BFAA-826B-234375BF0EE5}"/>
          </ac:graphicFrameMkLst>
        </pc:graphicFrameChg>
      </pc:sldChg>
      <pc:sldChg chg="addSp delSp modSp add mod">
        <pc:chgData name="Dan Quynh" userId="49df875a03368b3c" providerId="LiveId" clId="{4BA4FFDC-1345-4871-AEFF-1B1EB01E9B0F}" dt="2026-10-06T01:40:49.442" v="7186" actId="20577"/>
        <pc:sldMkLst>
          <pc:docMk/>
          <pc:sldMk cId="4170033599" sldId="280"/>
        </pc:sldMkLst>
        <pc:spChg chg="mod">
          <ac:chgData name="Dan Quynh" userId="49df875a03368b3c" providerId="LiveId" clId="{4BA4FFDC-1345-4871-AEFF-1B1EB01E9B0F}" dt="2026-10-04T07:35:09.829" v="6044" actId="20577"/>
          <ac:spMkLst>
            <pc:docMk/>
            <pc:sldMk cId="4170033599" sldId="280"/>
            <ac:spMk id="3" creationId="{D034BAE5-0361-B374-A518-F5DAD82662C5}"/>
          </ac:spMkLst>
        </pc:spChg>
        <pc:spChg chg="add mod">
          <ac:chgData name="Dan Quynh" userId="49df875a03368b3c" providerId="LiveId" clId="{4BA4FFDC-1345-4871-AEFF-1B1EB01E9B0F}" dt="2026-10-06T01:40:49.442" v="7186" actId="20577"/>
          <ac:spMkLst>
            <pc:docMk/>
            <pc:sldMk cId="4170033599" sldId="280"/>
            <ac:spMk id="4" creationId="{2BB5CE76-6C21-E4C2-117F-9915339577FF}"/>
          </ac:spMkLst>
        </pc:spChg>
        <pc:spChg chg="mod">
          <ac:chgData name="Dan Quynh" userId="49df875a03368b3c" providerId="LiveId" clId="{4BA4FFDC-1345-4871-AEFF-1B1EB01E9B0F}" dt="2026-10-04T07:40:30.535" v="6210" actId="1035"/>
          <ac:spMkLst>
            <pc:docMk/>
            <pc:sldMk cId="4170033599" sldId="280"/>
            <ac:spMk id="8" creationId="{2501DA44-4E05-8FDD-8310-4B1C171BE74F}"/>
          </ac:spMkLst>
        </pc:spChg>
        <pc:spChg chg="mod">
          <ac:chgData name="Dan Quynh" userId="49df875a03368b3c" providerId="LiveId" clId="{4BA4FFDC-1345-4871-AEFF-1B1EB01E9B0F}" dt="2026-10-04T07:40:30.535" v="6210" actId="1035"/>
          <ac:spMkLst>
            <pc:docMk/>
            <pc:sldMk cId="4170033599" sldId="280"/>
            <ac:spMk id="10" creationId="{20877CA9-3AC6-2793-2289-2E68DD754BDE}"/>
          </ac:spMkLst>
        </pc:spChg>
        <pc:spChg chg="add mod">
          <ac:chgData name="Dan Quynh" userId="49df875a03368b3c" providerId="LiveId" clId="{4BA4FFDC-1345-4871-AEFF-1B1EB01E9B0F}" dt="2026-10-04T07:40:39.046" v="6212" actId="14100"/>
          <ac:spMkLst>
            <pc:docMk/>
            <pc:sldMk cId="4170033599" sldId="280"/>
            <ac:spMk id="13" creationId="{786A1216-BD9C-7D11-B543-9F1540647516}"/>
          </ac:spMkLst>
        </pc:spChg>
        <pc:spChg chg="add mod">
          <ac:chgData name="Dan Quynh" userId="49df875a03368b3c" providerId="LiveId" clId="{4BA4FFDC-1345-4871-AEFF-1B1EB01E9B0F}" dt="2026-10-04T07:39:04.253" v="6185" actId="1036"/>
          <ac:spMkLst>
            <pc:docMk/>
            <pc:sldMk cId="4170033599" sldId="280"/>
            <ac:spMk id="15" creationId="{5579D370-0465-96F6-837A-4941873DAB8E}"/>
          </ac:spMkLst>
        </pc:spChg>
        <pc:spChg chg="add mod">
          <ac:chgData name="Dan Quynh" userId="49df875a03368b3c" providerId="LiveId" clId="{4BA4FFDC-1345-4871-AEFF-1B1EB01E9B0F}" dt="2026-10-04T07:40:52.670" v="6216" actId="1037"/>
          <ac:spMkLst>
            <pc:docMk/>
            <pc:sldMk cId="4170033599" sldId="280"/>
            <ac:spMk id="18" creationId="{FE056248-F8CC-B82B-7796-112BFD07302D}"/>
          </ac:spMkLst>
        </pc:spChg>
        <pc:spChg chg="add mod">
          <ac:chgData name="Dan Quynh" userId="49df875a03368b3c" providerId="LiveId" clId="{4BA4FFDC-1345-4871-AEFF-1B1EB01E9B0F}" dt="2026-10-04T07:40:44.150" v="6214" actId="1037"/>
          <ac:spMkLst>
            <pc:docMk/>
            <pc:sldMk cId="4170033599" sldId="280"/>
            <ac:spMk id="20" creationId="{0C51D591-6250-34AF-B05E-8195A52EC8F2}"/>
          </ac:spMkLst>
        </pc:spChg>
        <pc:spChg chg="add mod">
          <ac:chgData name="Dan Quynh" userId="49df875a03368b3c" providerId="LiveId" clId="{4BA4FFDC-1345-4871-AEFF-1B1EB01E9B0F}" dt="2026-10-04T07:40:39.046" v="6212" actId="14100"/>
          <ac:spMkLst>
            <pc:docMk/>
            <pc:sldMk cId="4170033599" sldId="280"/>
            <ac:spMk id="22" creationId="{27B4AD4C-14CB-BAD4-C98E-9B2E7465547D}"/>
          </ac:spMkLst>
        </pc:spChg>
        <pc:spChg chg="add mod">
          <ac:chgData name="Dan Quynh" userId="49df875a03368b3c" providerId="LiveId" clId="{4BA4FFDC-1345-4871-AEFF-1B1EB01E9B0F}" dt="2026-10-04T07:39:04.253" v="6185" actId="1036"/>
          <ac:spMkLst>
            <pc:docMk/>
            <pc:sldMk cId="4170033599" sldId="280"/>
            <ac:spMk id="24" creationId="{C5204D48-A3E5-E939-88EF-93AD4EC56454}"/>
          </ac:spMkLst>
        </pc:spChg>
        <pc:spChg chg="add mod">
          <ac:chgData name="Dan Quynh" userId="49df875a03368b3c" providerId="LiveId" clId="{4BA4FFDC-1345-4871-AEFF-1B1EB01E9B0F}" dt="2026-10-04T07:40:52.670" v="6216" actId="1037"/>
          <ac:spMkLst>
            <pc:docMk/>
            <pc:sldMk cId="4170033599" sldId="280"/>
            <ac:spMk id="26" creationId="{2D9D72BA-9ADE-5029-477D-3F84C0A2E103}"/>
          </ac:spMkLst>
        </pc:spChg>
        <pc:spChg chg="add mod">
          <ac:chgData name="Dan Quynh" userId="49df875a03368b3c" providerId="LiveId" clId="{4BA4FFDC-1345-4871-AEFF-1B1EB01E9B0F}" dt="2026-10-04T07:40:44.150" v="6214" actId="1037"/>
          <ac:spMkLst>
            <pc:docMk/>
            <pc:sldMk cId="4170033599" sldId="280"/>
            <ac:spMk id="28" creationId="{DC3E96E1-D1AE-C23F-8E75-899D7069C72E}"/>
          </ac:spMkLst>
        </pc:spChg>
        <pc:picChg chg="add mod">
          <ac:chgData name="Dan Quynh" userId="49df875a03368b3c" providerId="LiveId" clId="{4BA4FFDC-1345-4871-AEFF-1B1EB01E9B0F}" dt="2026-10-04T07:36:00.887" v="6059" actId="1076"/>
          <ac:picMkLst>
            <pc:docMk/>
            <pc:sldMk cId="4170033599" sldId="280"/>
            <ac:picMk id="7" creationId="{A5C49330-DC5E-DD4E-5878-E1AEB3C3C053}"/>
          </ac:picMkLst>
        </pc:picChg>
      </pc:sldChg>
      <pc:sldChg chg="addSp delSp modSp mod">
        <pc:chgData name="Dan Quynh" userId="49df875a03368b3c" providerId="LiveId" clId="{4BA4FFDC-1345-4871-AEFF-1B1EB01E9B0F}" dt="2026-10-06T01:39:42.453" v="7159" actId="20577"/>
        <pc:sldMkLst>
          <pc:docMk/>
          <pc:sldMk cId="0" sldId="281"/>
        </pc:sldMkLst>
        <pc:spChg chg="mod">
          <ac:chgData name="Dan Quynh" userId="49df875a03368b3c" providerId="LiveId" clId="{4BA4FFDC-1345-4871-AEFF-1B1EB01E9B0F}" dt="2026-10-04T12:33:53.843" v="6241" actId="1036"/>
          <ac:spMkLst>
            <pc:docMk/>
            <pc:sldMk cId="0" sldId="281"/>
            <ac:spMk id="8" creationId="{00000000-0000-0000-0000-000000000000}"/>
          </ac:spMkLst>
        </pc:spChg>
        <pc:spChg chg="mod">
          <ac:chgData name="Dan Quynh" userId="49df875a03368b3c" providerId="LiveId" clId="{4BA4FFDC-1345-4871-AEFF-1B1EB01E9B0F}" dt="2026-10-04T12:35:22.782" v="6277" actId="255"/>
          <ac:spMkLst>
            <pc:docMk/>
            <pc:sldMk cId="0" sldId="281"/>
            <ac:spMk id="11" creationId="{00000000-0000-0000-0000-000000000000}"/>
          </ac:spMkLst>
        </pc:spChg>
        <pc:spChg chg="mod">
          <ac:chgData name="Dan Quynh" userId="49df875a03368b3c" providerId="LiveId" clId="{4BA4FFDC-1345-4871-AEFF-1B1EB01E9B0F}" dt="2026-10-04T12:35:27.650" v="6278" actId="255"/>
          <ac:spMkLst>
            <pc:docMk/>
            <pc:sldMk cId="0" sldId="281"/>
            <ac:spMk id="14" creationId="{00000000-0000-0000-0000-000000000000}"/>
          </ac:spMkLst>
        </pc:spChg>
        <pc:spChg chg="mod">
          <ac:chgData name="Dan Quynh" userId="49df875a03368b3c" providerId="LiveId" clId="{4BA4FFDC-1345-4871-AEFF-1B1EB01E9B0F}" dt="2026-10-04T12:35:31.479" v="6279" actId="255"/>
          <ac:spMkLst>
            <pc:docMk/>
            <pc:sldMk cId="0" sldId="281"/>
            <ac:spMk id="17" creationId="{00000000-0000-0000-0000-000000000000}"/>
          </ac:spMkLst>
        </pc:spChg>
        <pc:spChg chg="mod">
          <ac:chgData name="Dan Quynh" userId="49df875a03368b3c" providerId="LiveId" clId="{4BA4FFDC-1345-4871-AEFF-1B1EB01E9B0F}" dt="2026-10-04T12:35:35.040" v="6280" actId="255"/>
          <ac:spMkLst>
            <pc:docMk/>
            <pc:sldMk cId="0" sldId="281"/>
            <ac:spMk id="20" creationId="{00000000-0000-0000-0000-000000000000}"/>
          </ac:spMkLst>
        </pc:spChg>
        <pc:spChg chg="mod">
          <ac:chgData name="Dan Quynh" userId="49df875a03368b3c" providerId="LiveId" clId="{4BA4FFDC-1345-4871-AEFF-1B1EB01E9B0F}" dt="2026-10-04T12:35:39.377" v="6281" actId="255"/>
          <ac:spMkLst>
            <pc:docMk/>
            <pc:sldMk cId="0" sldId="281"/>
            <ac:spMk id="23" creationId="{00000000-0000-0000-0000-000000000000}"/>
          </ac:spMkLst>
        </pc:spChg>
        <pc:spChg chg="mod">
          <ac:chgData name="Dan Quynh" userId="49df875a03368b3c" providerId="LiveId" clId="{4BA4FFDC-1345-4871-AEFF-1B1EB01E9B0F}" dt="2026-10-05T08:44:04.096" v="6988" actId="20577"/>
          <ac:spMkLst>
            <pc:docMk/>
            <pc:sldMk cId="0" sldId="281"/>
            <ac:spMk id="26" creationId="{00000000-0000-0000-0000-000000000000}"/>
          </ac:spMkLst>
        </pc:spChg>
        <pc:spChg chg="mod">
          <ac:chgData name="Dan Quynh" userId="49df875a03368b3c" providerId="LiveId" clId="{4BA4FFDC-1345-4871-AEFF-1B1EB01E9B0F}" dt="2026-10-04T12:33:53.843" v="6241" actId="1036"/>
          <ac:spMkLst>
            <pc:docMk/>
            <pc:sldMk cId="0" sldId="281"/>
            <ac:spMk id="31" creationId="{00000000-0000-0000-0000-000000000000}"/>
          </ac:spMkLst>
        </pc:spChg>
        <pc:spChg chg="mod">
          <ac:chgData name="Dan Quynh" userId="49df875a03368b3c" providerId="LiveId" clId="{4BA4FFDC-1345-4871-AEFF-1B1EB01E9B0F}" dt="2026-10-04T12:35:04.303" v="6274" actId="1036"/>
          <ac:spMkLst>
            <pc:docMk/>
            <pc:sldMk cId="0" sldId="281"/>
            <ac:spMk id="35" creationId="{00000000-0000-0000-0000-000000000000}"/>
          </ac:spMkLst>
        </pc:spChg>
        <pc:spChg chg="mod">
          <ac:chgData name="Dan Quynh" userId="49df875a03368b3c" providerId="LiveId" clId="{4BA4FFDC-1345-4871-AEFF-1B1EB01E9B0F}" dt="2026-10-04T12:33:53.843" v="6241" actId="1036"/>
          <ac:spMkLst>
            <pc:docMk/>
            <pc:sldMk cId="0" sldId="281"/>
            <ac:spMk id="40" creationId="{00000000-0000-0000-0000-000000000000}"/>
          </ac:spMkLst>
        </pc:spChg>
        <pc:spChg chg="mod">
          <ac:chgData name="Dan Quynh" userId="49df875a03368b3c" providerId="LiveId" clId="{4BA4FFDC-1345-4871-AEFF-1B1EB01E9B0F}" dt="2026-10-04T12:34:43.891" v="6267" actId="255"/>
          <ac:spMkLst>
            <pc:docMk/>
            <pc:sldMk cId="0" sldId="281"/>
            <ac:spMk id="42" creationId="{00000000-0000-0000-0000-000000000000}"/>
          </ac:spMkLst>
        </pc:spChg>
        <pc:spChg chg="mod">
          <ac:chgData name="Dan Quynh" userId="49df875a03368b3c" providerId="LiveId" clId="{4BA4FFDC-1345-4871-AEFF-1B1EB01E9B0F}" dt="2026-10-04T12:34:37.883" v="6266" actId="255"/>
          <ac:spMkLst>
            <pc:docMk/>
            <pc:sldMk cId="0" sldId="281"/>
            <ac:spMk id="44" creationId="{00000000-0000-0000-0000-000000000000}"/>
          </ac:spMkLst>
        </pc:spChg>
        <pc:spChg chg="mod">
          <ac:chgData name="Dan Quynh" userId="49df875a03368b3c" providerId="LiveId" clId="{4BA4FFDC-1345-4871-AEFF-1B1EB01E9B0F}" dt="2026-10-04T12:34:29.302" v="6265" actId="255"/>
          <ac:spMkLst>
            <pc:docMk/>
            <pc:sldMk cId="0" sldId="281"/>
            <ac:spMk id="45" creationId="{00000000-0000-0000-0000-000000000000}"/>
          </ac:spMkLst>
        </pc:spChg>
        <pc:spChg chg="mod">
          <ac:chgData name="Dan Quynh" userId="49df875a03368b3c" providerId="LiveId" clId="{4BA4FFDC-1345-4871-AEFF-1B1EB01E9B0F}" dt="2026-10-04T12:34:20.735" v="6262" actId="1036"/>
          <ac:spMkLst>
            <pc:docMk/>
            <pc:sldMk cId="0" sldId="281"/>
            <ac:spMk id="46" creationId="{00000000-0000-0000-0000-000000000000}"/>
          </ac:spMkLst>
        </pc:spChg>
        <pc:spChg chg="add mod">
          <ac:chgData name="Dan Quynh" userId="49df875a03368b3c" providerId="LiveId" clId="{4BA4FFDC-1345-4871-AEFF-1B1EB01E9B0F}" dt="2026-10-06T01:39:42.453" v="7159" actId="20577"/>
          <ac:spMkLst>
            <pc:docMk/>
            <pc:sldMk cId="0" sldId="281"/>
            <ac:spMk id="48" creationId="{0CCE27EA-CACD-DA47-FD32-DD1D5A93AF9C}"/>
          </ac:spMkLst>
        </pc:spChg>
      </pc:sldChg>
      <pc:sldChg chg="addSp delSp modSp mod">
        <pc:chgData name="Dan Quynh" userId="49df875a03368b3c" providerId="LiveId" clId="{4BA4FFDC-1345-4871-AEFF-1B1EB01E9B0F}" dt="2026-10-06T01:39:47.633" v="7162" actId="20577"/>
        <pc:sldMkLst>
          <pc:docMk/>
          <pc:sldMk cId="0" sldId="282"/>
        </pc:sldMkLst>
        <pc:spChg chg="mod">
          <ac:chgData name="Dan Quynh" userId="49df875a03368b3c" providerId="LiveId" clId="{4BA4FFDC-1345-4871-AEFF-1B1EB01E9B0F}" dt="2026-10-04T12:51:19.689" v="6611" actId="14100"/>
          <ac:spMkLst>
            <pc:docMk/>
            <pc:sldMk cId="0" sldId="282"/>
            <ac:spMk id="4" creationId="{00000000-0000-0000-0000-000000000000}"/>
          </ac:spMkLst>
        </pc:spChg>
        <pc:spChg chg="mod">
          <ac:chgData name="Dan Quynh" userId="49df875a03368b3c" providerId="LiveId" clId="{4BA4FFDC-1345-4871-AEFF-1B1EB01E9B0F}" dt="2026-10-04T12:54:12.846" v="6641" actId="14100"/>
          <ac:spMkLst>
            <pc:docMk/>
            <pc:sldMk cId="0" sldId="282"/>
            <ac:spMk id="19" creationId="{00000000-0000-0000-0000-000000000000}"/>
          </ac:spMkLst>
        </pc:spChg>
        <pc:spChg chg="mod">
          <ac:chgData name="Dan Quynh" userId="49df875a03368b3c" providerId="LiveId" clId="{4BA4FFDC-1345-4871-AEFF-1B1EB01E9B0F}" dt="2026-10-04T12:54:05.432" v="6640" actId="14100"/>
          <ac:spMkLst>
            <pc:docMk/>
            <pc:sldMk cId="0" sldId="282"/>
            <ac:spMk id="20" creationId="{00000000-0000-0000-0000-000000000000}"/>
          </ac:spMkLst>
        </pc:spChg>
        <pc:spChg chg="mod">
          <ac:chgData name="Dan Quynh" userId="49df875a03368b3c" providerId="LiveId" clId="{4BA4FFDC-1345-4871-AEFF-1B1EB01E9B0F}" dt="2026-10-04T12:45:31.140" v="6591" actId="1036"/>
          <ac:spMkLst>
            <pc:docMk/>
            <pc:sldMk cId="0" sldId="282"/>
            <ac:spMk id="22" creationId="{00000000-0000-0000-0000-000000000000}"/>
          </ac:spMkLst>
        </pc:spChg>
        <pc:spChg chg="mod">
          <ac:chgData name="Dan Quynh" userId="49df875a03368b3c" providerId="LiveId" clId="{4BA4FFDC-1345-4871-AEFF-1B1EB01E9B0F}" dt="2026-10-04T13:29:23.023" v="6789" actId="1035"/>
          <ac:spMkLst>
            <pc:docMk/>
            <pc:sldMk cId="0" sldId="282"/>
            <ac:spMk id="23" creationId="{00000000-0000-0000-0000-000000000000}"/>
          </ac:spMkLst>
        </pc:spChg>
        <pc:spChg chg="mod">
          <ac:chgData name="Dan Quynh" userId="49df875a03368b3c" providerId="LiveId" clId="{4BA4FFDC-1345-4871-AEFF-1B1EB01E9B0F}" dt="2026-10-04T12:45:42.082" v="6597" actId="1036"/>
          <ac:spMkLst>
            <pc:docMk/>
            <pc:sldMk cId="0" sldId="282"/>
            <ac:spMk id="25" creationId="{00000000-0000-0000-0000-000000000000}"/>
          </ac:spMkLst>
        </pc:spChg>
        <pc:spChg chg="mod">
          <ac:chgData name="Dan Quynh" userId="49df875a03368b3c" providerId="LiveId" clId="{4BA4FFDC-1345-4871-AEFF-1B1EB01E9B0F}" dt="2026-10-04T12:45:42.082" v="6597" actId="1036"/>
          <ac:spMkLst>
            <pc:docMk/>
            <pc:sldMk cId="0" sldId="282"/>
            <ac:spMk id="26" creationId="{00000000-0000-0000-0000-000000000000}"/>
          </ac:spMkLst>
        </pc:spChg>
        <pc:spChg chg="mod">
          <ac:chgData name="Dan Quynh" userId="49df875a03368b3c" providerId="LiveId" clId="{4BA4FFDC-1345-4871-AEFF-1B1EB01E9B0F}" dt="2026-10-04T12:56:57.348" v="6656" actId="14100"/>
          <ac:spMkLst>
            <pc:docMk/>
            <pc:sldMk cId="0" sldId="282"/>
            <ac:spMk id="28" creationId="{00000000-0000-0000-0000-000000000000}"/>
          </ac:spMkLst>
        </pc:spChg>
        <pc:spChg chg="mod">
          <ac:chgData name="Dan Quynh" userId="49df875a03368b3c" providerId="LiveId" clId="{4BA4FFDC-1345-4871-AEFF-1B1EB01E9B0F}" dt="2026-10-04T12:57:04.762" v="6657" actId="255"/>
          <ac:spMkLst>
            <pc:docMk/>
            <pc:sldMk cId="0" sldId="282"/>
            <ac:spMk id="29" creationId="{00000000-0000-0000-0000-000000000000}"/>
          </ac:spMkLst>
        </pc:spChg>
        <pc:spChg chg="mod">
          <ac:chgData name="Dan Quynh" userId="49df875a03368b3c" providerId="LiveId" clId="{4BA4FFDC-1345-4871-AEFF-1B1EB01E9B0F}" dt="2026-10-04T13:01:45.266" v="6698" actId="14100"/>
          <ac:spMkLst>
            <pc:docMk/>
            <pc:sldMk cId="0" sldId="282"/>
            <ac:spMk id="33" creationId="{00000000-0000-0000-0000-000000000000}"/>
          </ac:spMkLst>
        </pc:spChg>
        <pc:spChg chg="mod">
          <ac:chgData name="Dan Quynh" userId="49df875a03368b3c" providerId="LiveId" clId="{4BA4FFDC-1345-4871-AEFF-1B1EB01E9B0F}" dt="2026-10-04T13:01:55.708" v="6702" actId="1038"/>
          <ac:spMkLst>
            <pc:docMk/>
            <pc:sldMk cId="0" sldId="282"/>
            <ac:spMk id="34" creationId="{00000000-0000-0000-0000-000000000000}"/>
          </ac:spMkLst>
        </pc:spChg>
        <pc:spChg chg="mod">
          <ac:chgData name="Dan Quynh" userId="49df875a03368b3c" providerId="LiveId" clId="{4BA4FFDC-1345-4871-AEFF-1B1EB01E9B0F}" dt="2026-10-04T13:04:06.694" v="6705" actId="1076"/>
          <ac:spMkLst>
            <pc:docMk/>
            <pc:sldMk cId="0" sldId="282"/>
            <ac:spMk id="36" creationId="{00000000-0000-0000-0000-000000000000}"/>
          </ac:spMkLst>
        </pc:spChg>
        <pc:spChg chg="mod">
          <ac:chgData name="Dan Quynh" userId="49df875a03368b3c" providerId="LiveId" clId="{4BA4FFDC-1345-4871-AEFF-1B1EB01E9B0F}" dt="2026-10-04T13:04:30.488" v="6711" actId="1036"/>
          <ac:spMkLst>
            <pc:docMk/>
            <pc:sldMk cId="0" sldId="282"/>
            <ac:spMk id="37" creationId="{00000000-0000-0000-0000-000000000000}"/>
          </ac:spMkLst>
        </pc:spChg>
        <pc:spChg chg="mod">
          <ac:chgData name="Dan Quynh" userId="49df875a03368b3c" providerId="LiveId" clId="{4BA4FFDC-1345-4871-AEFF-1B1EB01E9B0F}" dt="2026-10-04T13:04:30.488" v="6711" actId="1036"/>
          <ac:spMkLst>
            <pc:docMk/>
            <pc:sldMk cId="0" sldId="282"/>
            <ac:spMk id="38" creationId="{00000000-0000-0000-0000-000000000000}"/>
          </ac:spMkLst>
        </pc:spChg>
        <pc:spChg chg="mod">
          <ac:chgData name="Dan Quynh" userId="49df875a03368b3c" providerId="LiveId" clId="{4BA4FFDC-1345-4871-AEFF-1B1EB01E9B0F}" dt="2026-10-04T13:04:30.488" v="6711" actId="1036"/>
          <ac:spMkLst>
            <pc:docMk/>
            <pc:sldMk cId="0" sldId="282"/>
            <ac:spMk id="40" creationId="{00000000-0000-0000-0000-000000000000}"/>
          </ac:spMkLst>
        </pc:spChg>
        <pc:spChg chg="mod">
          <ac:chgData name="Dan Quynh" userId="49df875a03368b3c" providerId="LiveId" clId="{4BA4FFDC-1345-4871-AEFF-1B1EB01E9B0F}" dt="2026-10-04T13:05:12.258" v="6718" actId="20577"/>
          <ac:spMkLst>
            <pc:docMk/>
            <pc:sldMk cId="0" sldId="282"/>
            <ac:spMk id="41" creationId="{00000000-0000-0000-0000-000000000000}"/>
          </ac:spMkLst>
        </pc:spChg>
        <pc:spChg chg="mod">
          <ac:chgData name="Dan Quynh" userId="49df875a03368b3c" providerId="LiveId" clId="{4BA4FFDC-1345-4871-AEFF-1B1EB01E9B0F}" dt="2026-10-04T13:04:30.488" v="6711" actId="1036"/>
          <ac:spMkLst>
            <pc:docMk/>
            <pc:sldMk cId="0" sldId="282"/>
            <ac:spMk id="42" creationId="{00000000-0000-0000-0000-000000000000}"/>
          </ac:spMkLst>
        </pc:spChg>
        <pc:spChg chg="mod">
          <ac:chgData name="Dan Quynh" userId="49df875a03368b3c" providerId="LiveId" clId="{4BA4FFDC-1345-4871-AEFF-1B1EB01E9B0F}" dt="2026-10-04T13:04:30.488" v="6711" actId="1036"/>
          <ac:spMkLst>
            <pc:docMk/>
            <pc:sldMk cId="0" sldId="282"/>
            <ac:spMk id="43" creationId="{00000000-0000-0000-0000-000000000000}"/>
          </ac:spMkLst>
        </pc:spChg>
        <pc:spChg chg="mod">
          <ac:chgData name="Dan Quynh" userId="49df875a03368b3c" providerId="LiveId" clId="{4BA4FFDC-1345-4871-AEFF-1B1EB01E9B0F}" dt="2026-10-04T13:05:25.179" v="6722" actId="207"/>
          <ac:spMkLst>
            <pc:docMk/>
            <pc:sldMk cId="0" sldId="282"/>
            <ac:spMk id="44" creationId="{00000000-0000-0000-0000-000000000000}"/>
          </ac:spMkLst>
        </pc:spChg>
        <pc:spChg chg="mod">
          <ac:chgData name="Dan Quynh" userId="49df875a03368b3c" providerId="LiveId" clId="{4BA4FFDC-1345-4871-AEFF-1B1EB01E9B0F}" dt="2026-10-04T13:04:30.488" v="6711" actId="1036"/>
          <ac:spMkLst>
            <pc:docMk/>
            <pc:sldMk cId="0" sldId="282"/>
            <ac:spMk id="46" creationId="{00000000-0000-0000-0000-000000000000}"/>
          </ac:spMkLst>
        </pc:spChg>
        <pc:spChg chg="mod">
          <ac:chgData name="Dan Quynh" userId="49df875a03368b3c" providerId="LiveId" clId="{4BA4FFDC-1345-4871-AEFF-1B1EB01E9B0F}" dt="2026-10-04T13:06:11.960" v="6725" actId="20577"/>
          <ac:spMkLst>
            <pc:docMk/>
            <pc:sldMk cId="0" sldId="282"/>
            <ac:spMk id="47" creationId="{00000000-0000-0000-0000-000000000000}"/>
          </ac:spMkLst>
        </pc:spChg>
        <pc:spChg chg="mod">
          <ac:chgData name="Dan Quynh" userId="49df875a03368b3c" providerId="LiveId" clId="{4BA4FFDC-1345-4871-AEFF-1B1EB01E9B0F}" dt="2026-10-04T13:04:30.488" v="6711" actId="1036"/>
          <ac:spMkLst>
            <pc:docMk/>
            <pc:sldMk cId="0" sldId="282"/>
            <ac:spMk id="48" creationId="{00000000-0000-0000-0000-000000000000}"/>
          </ac:spMkLst>
        </pc:spChg>
        <pc:spChg chg="mod">
          <ac:chgData name="Dan Quynh" userId="49df875a03368b3c" providerId="LiveId" clId="{4BA4FFDC-1345-4871-AEFF-1B1EB01E9B0F}" dt="2026-10-04T13:28:13.226" v="6767" actId="14100"/>
          <ac:spMkLst>
            <pc:docMk/>
            <pc:sldMk cId="0" sldId="282"/>
            <ac:spMk id="51" creationId="{00000000-0000-0000-0000-000000000000}"/>
          </ac:spMkLst>
        </pc:spChg>
        <pc:spChg chg="mod">
          <ac:chgData name="Dan Quynh" userId="49df875a03368b3c" providerId="LiveId" clId="{4BA4FFDC-1345-4871-AEFF-1B1EB01E9B0F}" dt="2026-10-04T13:29:04.280" v="6783" actId="1035"/>
          <ac:spMkLst>
            <pc:docMk/>
            <pc:sldMk cId="0" sldId="282"/>
            <ac:spMk id="52" creationId="{00000000-0000-0000-0000-000000000000}"/>
          </ac:spMkLst>
        </pc:spChg>
        <pc:spChg chg="mod">
          <ac:chgData name="Dan Quynh" userId="49df875a03368b3c" providerId="LiveId" clId="{4BA4FFDC-1345-4871-AEFF-1B1EB01E9B0F}" dt="2026-10-04T13:28:22.414" v="6770" actId="14100"/>
          <ac:spMkLst>
            <pc:docMk/>
            <pc:sldMk cId="0" sldId="282"/>
            <ac:spMk id="54" creationId="{00000000-0000-0000-0000-000000000000}"/>
          </ac:spMkLst>
        </pc:spChg>
        <pc:spChg chg="mod">
          <ac:chgData name="Dan Quynh" userId="49df875a03368b3c" providerId="LiveId" clId="{4BA4FFDC-1345-4871-AEFF-1B1EB01E9B0F}" dt="2026-10-04T13:29:43.482" v="6796" actId="1035"/>
          <ac:spMkLst>
            <pc:docMk/>
            <pc:sldMk cId="0" sldId="282"/>
            <ac:spMk id="55" creationId="{00000000-0000-0000-0000-000000000000}"/>
          </ac:spMkLst>
        </pc:spChg>
        <pc:spChg chg="mod">
          <ac:chgData name="Dan Quynh" userId="49df875a03368b3c" providerId="LiveId" clId="{4BA4FFDC-1345-4871-AEFF-1B1EB01E9B0F}" dt="2026-10-04T13:32:32.005" v="6837" actId="14100"/>
          <ac:spMkLst>
            <pc:docMk/>
            <pc:sldMk cId="0" sldId="282"/>
            <ac:spMk id="57" creationId="{00000000-0000-0000-0000-000000000000}"/>
          </ac:spMkLst>
        </pc:spChg>
        <pc:spChg chg="mod">
          <ac:chgData name="Dan Quynh" userId="49df875a03368b3c" providerId="LiveId" clId="{4BA4FFDC-1345-4871-AEFF-1B1EB01E9B0F}" dt="2026-10-04T13:30:47.426" v="6810" actId="1035"/>
          <ac:spMkLst>
            <pc:docMk/>
            <pc:sldMk cId="0" sldId="282"/>
            <ac:spMk id="58" creationId="{00000000-0000-0000-0000-000000000000}"/>
          </ac:spMkLst>
        </pc:spChg>
        <pc:spChg chg="mod">
          <ac:chgData name="Dan Quynh" userId="49df875a03368b3c" providerId="LiveId" clId="{4BA4FFDC-1345-4871-AEFF-1B1EB01E9B0F}" dt="2026-10-04T13:32:10.380" v="6836" actId="14100"/>
          <ac:spMkLst>
            <pc:docMk/>
            <pc:sldMk cId="0" sldId="282"/>
            <ac:spMk id="60" creationId="{00000000-0000-0000-0000-000000000000}"/>
          </ac:spMkLst>
        </pc:spChg>
        <pc:spChg chg="mod">
          <ac:chgData name="Dan Quynh" userId="49df875a03368b3c" providerId="LiveId" clId="{4BA4FFDC-1345-4871-AEFF-1B1EB01E9B0F}" dt="2026-10-04T13:32:00.031" v="6835" actId="1035"/>
          <ac:spMkLst>
            <pc:docMk/>
            <pc:sldMk cId="0" sldId="282"/>
            <ac:spMk id="61" creationId="{00000000-0000-0000-0000-000000000000}"/>
          </ac:spMkLst>
        </pc:spChg>
        <pc:spChg chg="add mod">
          <ac:chgData name="Dan Quynh" userId="49df875a03368b3c" providerId="LiveId" clId="{4BA4FFDC-1345-4871-AEFF-1B1EB01E9B0F}" dt="2026-10-06T01:39:47.633" v="7162" actId="20577"/>
          <ac:spMkLst>
            <pc:docMk/>
            <pc:sldMk cId="0" sldId="282"/>
            <ac:spMk id="67" creationId="{F184663B-345F-D145-3171-C746A7BE7436}"/>
          </ac:spMkLst>
        </pc:spChg>
        <pc:spChg chg="add mod">
          <ac:chgData name="Dan Quynh" userId="49df875a03368b3c" providerId="LiveId" clId="{4BA4FFDC-1345-4871-AEFF-1B1EB01E9B0F}" dt="2026-10-04T12:52:02.911" v="6617" actId="14100"/>
          <ac:spMkLst>
            <pc:docMk/>
            <pc:sldMk cId="0" sldId="282"/>
            <ac:spMk id="69" creationId="{63DC8EE7-3764-7040-7ACB-56A0C19CDDE2}"/>
          </ac:spMkLst>
        </pc:spChg>
        <pc:spChg chg="add mod">
          <ac:chgData name="Dan Quynh" userId="49df875a03368b3c" providerId="LiveId" clId="{4BA4FFDC-1345-4871-AEFF-1B1EB01E9B0F}" dt="2026-10-04T12:52:00.387" v="6616" actId="1076"/>
          <ac:spMkLst>
            <pc:docMk/>
            <pc:sldMk cId="0" sldId="282"/>
            <ac:spMk id="71" creationId="{188D08F3-4A26-A478-0E51-6E0BCA2DA177}"/>
          </ac:spMkLst>
        </pc:spChg>
      </pc:sldChg>
      <pc:sldChg chg="addSp delSp modSp mod">
        <pc:chgData name="Dan Quynh" userId="49df875a03368b3c" providerId="LiveId" clId="{4BA4FFDC-1345-4871-AEFF-1B1EB01E9B0F}" dt="2026-10-06T02:08:46.736" v="7339" actId="20577"/>
        <pc:sldMkLst>
          <pc:docMk/>
          <pc:sldMk cId="0" sldId="283"/>
        </pc:sldMkLst>
        <pc:spChg chg="mod">
          <ac:chgData name="Dan Quynh" userId="49df875a03368b3c" providerId="LiveId" clId="{4BA4FFDC-1345-4871-AEFF-1B1EB01E9B0F}" dt="2026-10-04T12:51:09.902" v="6609" actId="14100"/>
          <ac:spMkLst>
            <pc:docMk/>
            <pc:sldMk cId="0" sldId="283"/>
            <ac:spMk id="4" creationId="{00000000-0000-0000-0000-000000000000}"/>
          </ac:spMkLst>
        </pc:spChg>
        <pc:spChg chg="mod">
          <ac:chgData name="Dan Quynh" userId="49df875a03368b3c" providerId="LiveId" clId="{4BA4FFDC-1345-4871-AEFF-1B1EB01E9B0F}" dt="2026-10-04T13:33:06.470" v="6839" actId="255"/>
          <ac:spMkLst>
            <pc:docMk/>
            <pc:sldMk cId="0" sldId="283"/>
            <ac:spMk id="8" creationId="{00000000-0000-0000-0000-000000000000}"/>
          </ac:spMkLst>
        </pc:spChg>
        <pc:spChg chg="mod">
          <ac:chgData name="Dan Quynh" userId="49df875a03368b3c" providerId="LiveId" clId="{4BA4FFDC-1345-4871-AEFF-1B1EB01E9B0F}" dt="2026-10-05T08:44:20.145" v="6990" actId="20577"/>
          <ac:spMkLst>
            <pc:docMk/>
            <pc:sldMk cId="0" sldId="283"/>
            <ac:spMk id="9" creationId="{00000000-0000-0000-0000-000000000000}"/>
          </ac:spMkLst>
        </pc:spChg>
        <pc:spChg chg="mod">
          <ac:chgData name="Dan Quynh" userId="49df875a03368b3c" providerId="LiveId" clId="{4BA4FFDC-1345-4871-AEFF-1B1EB01E9B0F}" dt="2026-10-04T13:33:11.265" v="6840" actId="255"/>
          <ac:spMkLst>
            <pc:docMk/>
            <pc:sldMk cId="0" sldId="283"/>
            <ac:spMk id="16" creationId="{00000000-0000-0000-0000-000000000000}"/>
          </ac:spMkLst>
        </pc:spChg>
        <pc:spChg chg="mod">
          <ac:chgData name="Dan Quynh" userId="49df875a03368b3c" providerId="LiveId" clId="{4BA4FFDC-1345-4871-AEFF-1B1EB01E9B0F}" dt="2026-10-06T02:08:46.736" v="7339" actId="20577"/>
          <ac:spMkLst>
            <pc:docMk/>
            <pc:sldMk cId="0" sldId="283"/>
            <ac:spMk id="17" creationId="{00000000-0000-0000-0000-000000000000}"/>
          </ac:spMkLst>
        </pc:spChg>
        <pc:spChg chg="mod">
          <ac:chgData name="Dan Quynh" userId="49df875a03368b3c" providerId="LiveId" clId="{4BA4FFDC-1345-4871-AEFF-1B1EB01E9B0F}" dt="2026-10-04T13:33:21.469" v="6841" actId="255"/>
          <ac:spMkLst>
            <pc:docMk/>
            <pc:sldMk cId="0" sldId="283"/>
            <ac:spMk id="24" creationId="{00000000-0000-0000-0000-000000000000}"/>
          </ac:spMkLst>
        </pc:spChg>
        <pc:spChg chg="mod">
          <ac:chgData name="Dan Quynh" userId="49df875a03368b3c" providerId="LiveId" clId="{4BA4FFDC-1345-4871-AEFF-1B1EB01E9B0F}" dt="2026-10-04T13:45:23.021" v="6917" actId="2710"/>
          <ac:spMkLst>
            <pc:docMk/>
            <pc:sldMk cId="0" sldId="283"/>
            <ac:spMk id="25" creationId="{00000000-0000-0000-0000-000000000000}"/>
          </ac:spMkLst>
        </pc:spChg>
        <pc:spChg chg="mod">
          <ac:chgData name="Dan Quynh" userId="49df875a03368b3c" providerId="LiveId" clId="{4BA4FFDC-1345-4871-AEFF-1B1EB01E9B0F}" dt="2026-10-04T13:33:30.198" v="6844" actId="255"/>
          <ac:spMkLst>
            <pc:docMk/>
            <pc:sldMk cId="0" sldId="283"/>
            <ac:spMk id="31" creationId="{00000000-0000-0000-0000-000000000000}"/>
          </ac:spMkLst>
        </pc:spChg>
        <pc:spChg chg="mod">
          <ac:chgData name="Dan Quynh" userId="49df875a03368b3c" providerId="LiveId" clId="{4BA4FFDC-1345-4871-AEFF-1B1EB01E9B0F}" dt="2026-10-04T13:46:18.782" v="6944" actId="20577"/>
          <ac:spMkLst>
            <pc:docMk/>
            <pc:sldMk cId="0" sldId="283"/>
            <ac:spMk id="32" creationId="{00000000-0000-0000-0000-000000000000}"/>
          </ac:spMkLst>
        </pc:spChg>
        <pc:spChg chg="mod">
          <ac:chgData name="Dan Quynh" userId="49df875a03368b3c" providerId="LiveId" clId="{4BA4FFDC-1345-4871-AEFF-1B1EB01E9B0F}" dt="2026-10-04T13:42:27.327" v="6845" actId="255"/>
          <ac:spMkLst>
            <pc:docMk/>
            <pc:sldMk cId="0" sldId="283"/>
            <ac:spMk id="39" creationId="{00000000-0000-0000-0000-000000000000}"/>
          </ac:spMkLst>
        </pc:spChg>
        <pc:spChg chg="mod">
          <ac:chgData name="Dan Quynh" userId="49df875a03368b3c" providerId="LiveId" clId="{4BA4FFDC-1345-4871-AEFF-1B1EB01E9B0F}" dt="2026-10-04T13:46:29.256" v="6947" actId="2710"/>
          <ac:spMkLst>
            <pc:docMk/>
            <pc:sldMk cId="0" sldId="283"/>
            <ac:spMk id="40" creationId="{00000000-0000-0000-0000-000000000000}"/>
          </ac:spMkLst>
        </pc:spChg>
        <pc:spChg chg="mod">
          <ac:chgData name="Dan Quynh" userId="49df875a03368b3c" providerId="LiveId" clId="{4BA4FFDC-1345-4871-AEFF-1B1EB01E9B0F}" dt="2026-10-04T13:42:34.883" v="6846" actId="255"/>
          <ac:spMkLst>
            <pc:docMk/>
            <pc:sldMk cId="0" sldId="283"/>
            <ac:spMk id="47" creationId="{00000000-0000-0000-0000-000000000000}"/>
          </ac:spMkLst>
        </pc:spChg>
        <pc:spChg chg="mod">
          <ac:chgData name="Dan Quynh" userId="49df875a03368b3c" providerId="LiveId" clId="{4BA4FFDC-1345-4871-AEFF-1B1EB01E9B0F}" dt="2026-10-04T13:46:55.503" v="6952" actId="20577"/>
          <ac:spMkLst>
            <pc:docMk/>
            <pc:sldMk cId="0" sldId="283"/>
            <ac:spMk id="48" creationId="{00000000-0000-0000-0000-000000000000}"/>
          </ac:spMkLst>
        </pc:spChg>
        <pc:spChg chg="mod">
          <ac:chgData name="Dan Quynh" userId="49df875a03368b3c" providerId="LiveId" clId="{4BA4FFDC-1345-4871-AEFF-1B1EB01E9B0F}" dt="2026-10-04T13:47:21.827" v="6953" actId="255"/>
          <ac:spMkLst>
            <pc:docMk/>
            <pc:sldMk cId="0" sldId="283"/>
            <ac:spMk id="51" creationId="{00000000-0000-0000-0000-000000000000}"/>
          </ac:spMkLst>
        </pc:spChg>
        <pc:spChg chg="add mod">
          <ac:chgData name="Dan Quynh" userId="49df875a03368b3c" providerId="LiveId" clId="{4BA4FFDC-1345-4871-AEFF-1B1EB01E9B0F}" dt="2026-10-06T01:39:52.991" v="7164" actId="20577"/>
          <ac:spMkLst>
            <pc:docMk/>
            <pc:sldMk cId="0" sldId="283"/>
            <ac:spMk id="53" creationId="{7B19E136-ED09-9669-E995-4B6F62636787}"/>
          </ac:spMkLst>
        </pc:spChg>
        <pc:spChg chg="add mod">
          <ac:chgData name="Dan Quynh" userId="49df875a03368b3c" providerId="LiveId" clId="{4BA4FFDC-1345-4871-AEFF-1B1EB01E9B0F}" dt="2026-10-04T12:53:02.986" v="6625" actId="14100"/>
          <ac:spMkLst>
            <pc:docMk/>
            <pc:sldMk cId="0" sldId="283"/>
            <ac:spMk id="55" creationId="{2430030C-F625-17A6-677E-D109F1514C03}"/>
          </ac:spMkLst>
        </pc:spChg>
        <pc:spChg chg="add mod">
          <ac:chgData name="Dan Quynh" userId="49df875a03368b3c" providerId="LiveId" clId="{4BA4FFDC-1345-4871-AEFF-1B1EB01E9B0F}" dt="2026-10-04T12:53:07.996" v="6626" actId="1076"/>
          <ac:spMkLst>
            <pc:docMk/>
            <pc:sldMk cId="0" sldId="283"/>
            <ac:spMk id="57" creationId="{A2DA8AF6-30E5-6528-6322-95449B1556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2ECFD-528A-4F22-AF91-CD3755998BD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2ECB9-3DD2-4336-B1EC-5ACDF4EE4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11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68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38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01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D1FE7-6D69-3416-4344-F59F18F1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2C4F7-6BC1-9D45-05FA-043BA9218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5BD50-EFC2-E9B7-48B2-ED22681BB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161AA-34FC-9B65-BD15-593E66030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40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C306-914D-B755-E0A9-02F11AF4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C68C3-B445-28D3-D071-296EB2883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F8EB0-A6D8-9A64-9041-070E523BA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27BF9-002F-A83B-E135-D1BA76158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08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D0CE8-94AA-7C6C-9F8B-E2FD132C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396CD-643C-581B-2B5D-B36D1496F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698A4-649C-3320-9E79-DF7106A44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83BCD-CDFE-2820-E4DC-36D80390C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82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651E-DBB0-9995-FC0A-C69BCA83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6ECCE-D6AD-655A-A2C8-D522B91F6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804C6-1E8E-FE65-748F-33F480267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C4132-21FB-4061-674E-3CF0FD41D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88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B5581-D820-C6F2-CB21-3CB64D1E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A9508-7722-5783-BF08-A0EE375DF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61C47-5663-A4BB-9D23-C7A7F5C58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53296-091D-B0C6-EB35-5F9D3C214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67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0688B-AF56-9015-E140-8D1BBD04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56C70-8378-94A0-E830-6CE8A9A3B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3C44D-8007-4B72-D18D-451E19A0C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A1D9-CCD1-B492-7A7E-412784CBB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02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B3657-9730-8D38-7D1B-CF2CC632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4BDAA-9236-6249-5A5E-349E98B06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48DD1-DCE5-C828-4DC6-8145C404F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5011D-FAED-3A48-FF6B-067A4CDC8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ECB9-3DD2-4336-B1EC-5ACDF4EE41A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66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234E6F2-8038-564D-2DFA-5D4DBFF8283D}"/>
              </a:ext>
            </a:extLst>
          </p:cNvPr>
          <p:cNvSpPr txBox="1"/>
          <p:nvPr/>
        </p:nvSpPr>
        <p:spPr>
          <a:xfrm>
            <a:off x="-52317" y="3595824"/>
            <a:ext cx="18364201" cy="3452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NGHIÊN CỨU</a:t>
            </a:r>
            <a:r>
              <a:rPr lang="vi-VN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MÔ HÌNH KẾT HỢP CÁC CHỈ SỐ SINH</a:t>
            </a:r>
            <a:r>
              <a:rPr lang="en-US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 </a:t>
            </a:r>
            <a:endParaRPr lang="en-US" sz="52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vi-VN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 BƯỚC ĐẦU ĐÁNH GIÁ NGUY CƠ XƠ GA</a:t>
            </a:r>
            <a:r>
              <a:rPr lang="en-US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vi-VN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Ở BỆNH NHÂN VIÊM GAN B MẠN TÍNH</a:t>
            </a:r>
            <a:endParaRPr lang="en-US" sz="5200" b="1" spc="-995" dirty="0">
              <a:solidFill>
                <a:srgbClr val="415D4B"/>
              </a:solidFill>
              <a:latin typeface="Arial" panose="020B0604020202020204" pitchFamily="34" charset="0"/>
              <a:ea typeface="Open Sauce"/>
              <a:cs typeface="Arial" panose="020B0604020202020204" pitchFamily="34" charset="0"/>
              <a:sym typeface="Open Sauce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227B5F-6022-D317-E898-146C2329C569}"/>
              </a:ext>
            </a:extLst>
          </p:cNvPr>
          <p:cNvSpPr/>
          <p:nvPr/>
        </p:nvSpPr>
        <p:spPr>
          <a:xfrm>
            <a:off x="2106763" y="2071205"/>
            <a:ext cx="140744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BẢO VỆ LUẬN VĂN THẠC SĨ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E51FAB-FB23-A02B-AC51-C50A0C7DBCF6}"/>
              </a:ext>
            </a:extLst>
          </p:cNvPr>
          <p:cNvSpPr/>
          <p:nvPr/>
        </p:nvSpPr>
        <p:spPr>
          <a:xfrm>
            <a:off x="4680787" y="278585"/>
            <a:ext cx="8444080" cy="15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vi-VN" sz="2800" b="1" dirty="0">
                <a:solidFill>
                  <a:srgbClr val="3295D3"/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ĐẠI HỌC Y DƯỢC TP. HỒ CHÍ MINH</a:t>
            </a:r>
          </a:p>
          <a:p>
            <a:pPr algn="ctr"/>
            <a:r>
              <a:rPr lang="vi-V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TRƯỜNG ĐIỀU DƯỠNG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-</a:t>
            </a:r>
            <a:r>
              <a:rPr lang="vi-V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 KỸ THUẬT Y HỌC </a:t>
            </a:r>
          </a:p>
          <a:p>
            <a:pPr algn="ctr"/>
            <a:r>
              <a:rPr lang="vi-VN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BỘ MÔN XÉT NGHIỆM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Noto Sans"/>
              <a:cs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A5397AB-E08A-4B33-244A-75836ACF2A4A}"/>
              </a:ext>
            </a:extLst>
          </p:cNvPr>
          <p:cNvSpPr>
            <a:spLocks noChangeAspect="1"/>
          </p:cNvSpPr>
          <p:nvPr/>
        </p:nvSpPr>
        <p:spPr>
          <a:xfrm>
            <a:off x="388336" y="273579"/>
            <a:ext cx="1676400" cy="16764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ASAP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70E570-86D0-6495-CDAB-0F6F2B9F839D}"/>
              </a:ext>
            </a:extLst>
          </p:cNvPr>
          <p:cNvSpPr txBox="1"/>
          <p:nvPr/>
        </p:nvSpPr>
        <p:spPr>
          <a:xfrm>
            <a:off x="4217527" y="7810500"/>
            <a:ext cx="9929146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HỌC VIÊN: NGUYỄN QUỲNH ĐAN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GIẢNG VIÊN HƯỚNG DẪN: PGS.TS. TRẦN THÀNH VINH</a:t>
            </a:r>
          </a:p>
        </p:txBody>
      </p:sp>
      <p:pic>
        <p:nvPicPr>
          <p:cNvPr id="3" name="Google Shape;55;p1">
            <a:extLst>
              <a:ext uri="{FF2B5EF4-FFF2-40B4-BE49-F238E27FC236}">
                <a16:creationId xmlns:a16="http://schemas.microsoft.com/office/drawing/2014/main" id="{D89A2DE7-0DFD-682D-DDDE-330B243CFE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0618" y="281054"/>
            <a:ext cx="1759046" cy="175432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44963D-CB7F-A3F9-85C7-9515EDF3CF8D}"/>
              </a:ext>
            </a:extLst>
          </p:cNvPr>
          <p:cNvSpPr txBox="1"/>
          <p:nvPr/>
        </p:nvSpPr>
        <p:spPr>
          <a:xfrm>
            <a:off x="5562600" y="9808360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phố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Chí Minh,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07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năm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9">
            <a:extLst>
              <a:ext uri="{FF2B5EF4-FFF2-40B4-BE49-F238E27FC236}">
                <a16:creationId xmlns:a16="http://schemas.microsoft.com/office/drawing/2014/main" id="{6A0512CC-3F1E-487E-4744-FF1B44C02A67}"/>
              </a:ext>
            </a:extLst>
          </p:cNvPr>
          <p:cNvSpPr/>
          <p:nvPr/>
        </p:nvSpPr>
        <p:spPr>
          <a:xfrm>
            <a:off x="1430619" y="2228850"/>
            <a:ext cx="5274981" cy="5829300"/>
          </a:xfrm>
          <a:prstGeom prst="roundRect">
            <a:avLst>
              <a:gd name="adj" fmla="val 2204"/>
            </a:avLst>
          </a:prstGeom>
          <a:solidFill>
            <a:srgbClr val="EFEBDD"/>
          </a:solidFill>
          <a:ln/>
        </p:spPr>
      </p:sp>
      <p:sp>
        <p:nvSpPr>
          <p:cNvPr id="2" name="TextBox 2"/>
          <p:cNvSpPr txBox="1"/>
          <p:nvPr/>
        </p:nvSpPr>
        <p:spPr>
          <a:xfrm>
            <a:off x="1752600" y="4041114"/>
            <a:ext cx="4800600" cy="2257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56"/>
              </a:lnSpc>
            </a:pPr>
            <a:r>
              <a:rPr lang="en-US" sz="60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NỘI DUNG TRÌNH BÀY</a:t>
            </a:r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4EA320B7-4983-8741-62CA-812AF0354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84879"/>
              </p:ext>
            </p:extLst>
          </p:nvPr>
        </p:nvGraphicFramePr>
        <p:xfrm>
          <a:off x="8062536" y="1790700"/>
          <a:ext cx="8763000" cy="662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63000">
                  <a:extLst>
                    <a:ext uri="{9D8B030D-6E8A-4147-A177-3AD203B41FA5}">
                      <a16:colId xmlns:a16="http://schemas.microsoft.com/office/drawing/2014/main" val="2115769817"/>
                    </a:ext>
                  </a:extLst>
                </a:gridCol>
              </a:tblGrid>
              <a:tr h="132588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ĐẶT VẤN ĐỀ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293778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PHƯƠNG PHÁP NGHIÊN CỨU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272338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 QUẢ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5098597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 LUẬN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06958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NGHỊ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054028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B81898F-40A2-CCF8-FDCA-81A1012206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7D86B41-E768-CAD6-6D4F-C65ED5483AE2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58270" y="723900"/>
            <a:ext cx="7302906" cy="95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ĐẶT VẤN ĐỀ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64CD95F-DA84-F33A-44C6-4B91588F665C}"/>
              </a:ext>
            </a:extLst>
          </p:cNvPr>
          <p:cNvSpPr/>
          <p:nvPr/>
        </p:nvSpPr>
        <p:spPr>
          <a:xfrm>
            <a:off x="2895600" y="3992250"/>
            <a:ext cx="5799730" cy="25990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9C4A8"/>
            </a:solidFill>
            <a:prstDash val="solid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3C52E-308A-4F36-3323-7C60148CE2EA}"/>
              </a:ext>
            </a:extLst>
          </p:cNvPr>
          <p:cNvSpPr txBox="1"/>
          <p:nvPr/>
        </p:nvSpPr>
        <p:spPr>
          <a:xfrm>
            <a:off x="1058270" y="2018620"/>
            <a:ext cx="6333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Viêm</a:t>
            </a:r>
            <a:r>
              <a:rPr lang="en-US" sz="3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3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n-US" sz="36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</a:t>
            </a:r>
            <a:r>
              <a:rPr lang="en-US" sz="3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3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(CHB)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4D9E39-3439-3BB1-5A4F-6D94623C4020}"/>
              </a:ext>
            </a:extLst>
          </p:cNvPr>
          <p:cNvSpPr txBox="1"/>
          <p:nvPr/>
        </p:nvSpPr>
        <p:spPr>
          <a:xfrm>
            <a:off x="1058270" y="3005435"/>
            <a:ext cx="15781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xơ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bào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(HCC).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9248C0-CFB3-2E00-DDD4-292DED6A54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B5A3F14-AF50-F883-C100-D9D72EBA2F55}"/>
              </a:ext>
            </a:extLst>
          </p:cNvPr>
          <p:cNvSpPr txBox="1"/>
          <p:nvPr/>
        </p:nvSpPr>
        <p:spPr>
          <a:xfrm>
            <a:off x="3429000" y="4154720"/>
            <a:ext cx="4967217" cy="213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254 </a:t>
            </a:r>
            <a:r>
              <a:rPr lang="en-US" sz="36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endParaRPr lang="en-US" sz="36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nhiễm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HBV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(WHO 2022) </a:t>
            </a: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B9504DD6-8053-2B3F-D8E7-F4D780FEEB13}"/>
              </a:ext>
            </a:extLst>
          </p:cNvPr>
          <p:cNvSpPr/>
          <p:nvPr/>
        </p:nvSpPr>
        <p:spPr>
          <a:xfrm>
            <a:off x="9753600" y="3992250"/>
            <a:ext cx="5799730" cy="25990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9C4A8"/>
            </a:solidFill>
            <a:prstDash val="solid"/>
          </a:ln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960C94-3483-FE56-C2AE-E53CBB9F7405}"/>
              </a:ext>
            </a:extLst>
          </p:cNvPr>
          <p:cNvSpPr txBox="1"/>
          <p:nvPr/>
        </p:nvSpPr>
        <p:spPr>
          <a:xfrm>
            <a:off x="10290981" y="4082481"/>
            <a:ext cx="4967217" cy="1489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 </a:t>
            </a:r>
            <a:r>
              <a:rPr lang="en-US" sz="36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endParaRPr lang="en-US" sz="36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nhiễm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năm</a:t>
            </a:r>
            <a:endParaRPr lang="en-US" sz="2800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70B3847-C29C-47DC-0393-EDF383074BF9}"/>
              </a:ext>
            </a:extLst>
          </p:cNvPr>
          <p:cNvSpPr/>
          <p:nvPr/>
        </p:nvSpPr>
        <p:spPr>
          <a:xfrm>
            <a:off x="2895600" y="7078138"/>
            <a:ext cx="5799730" cy="25990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9C4A8"/>
            </a:solidFill>
            <a:prstDash val="solid"/>
          </a:ln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AD4CB1-1EBE-F07A-0996-02EA9CD48A96}"/>
              </a:ext>
            </a:extLst>
          </p:cNvPr>
          <p:cNvSpPr txBox="1"/>
          <p:nvPr/>
        </p:nvSpPr>
        <p:spPr>
          <a:xfrm>
            <a:off x="3429000" y="7240608"/>
            <a:ext cx="4967217" cy="213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1,1 </a:t>
            </a:r>
            <a:r>
              <a:rPr lang="en-US" sz="36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endParaRPr lang="en-US" sz="36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năm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xơ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HCC</a:t>
            </a: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3BC6E8D2-C193-0C6E-D420-71D8B5546A6C}"/>
              </a:ext>
            </a:extLst>
          </p:cNvPr>
          <p:cNvSpPr/>
          <p:nvPr/>
        </p:nvSpPr>
        <p:spPr>
          <a:xfrm>
            <a:off x="9753600" y="7073020"/>
            <a:ext cx="5799730" cy="25990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9C4A8"/>
            </a:solidFill>
            <a:prstDash val="solid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3BDF9D-CAFA-5FDA-4382-B2B06BA0A754}"/>
              </a:ext>
            </a:extLst>
          </p:cNvPr>
          <p:cNvSpPr txBox="1"/>
          <p:nvPr/>
        </p:nvSpPr>
        <p:spPr>
          <a:xfrm>
            <a:off x="10287000" y="7235490"/>
            <a:ext cx="4967217" cy="213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8 - 20%</a:t>
            </a:r>
          </a:p>
          <a:p>
            <a:pPr algn="just">
              <a:lnSpc>
                <a:spcPct val="150000"/>
              </a:lnSpc>
            </a:pP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nhiễm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HBV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Việt Nam,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tùy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endParaRPr lang="en-US" sz="2800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7C5561-242B-3EE5-B0C1-CCF1F82D1DEB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42E8C-48CD-115F-F4AD-E78B3A57E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F52868A-5A40-6130-68DE-78595244A400}"/>
              </a:ext>
            </a:extLst>
          </p:cNvPr>
          <p:cNvSpPr txBox="1"/>
          <p:nvPr/>
        </p:nvSpPr>
        <p:spPr>
          <a:xfrm>
            <a:off x="1058270" y="2018620"/>
            <a:ext cx="6333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Xơ</a:t>
            </a:r>
            <a:r>
              <a:rPr lang="en-US" sz="3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endParaRPr lang="en-US" sz="36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292D66-D51F-3D38-F66D-A94E98F9022E}"/>
              </a:ext>
            </a:extLst>
          </p:cNvPr>
          <p:cNvSpPr txBox="1"/>
          <p:nvPr/>
        </p:nvSpPr>
        <p:spPr>
          <a:xfrm>
            <a:off x="1013682" y="2835805"/>
            <a:ext cx="7392082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hồi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sang HCC.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0F452A-C127-D3DD-5BE3-96B6D3B644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5E0783EC-5792-594F-0C53-93A20DF39593}"/>
              </a:ext>
            </a:extLst>
          </p:cNvPr>
          <p:cNvSpPr txBox="1"/>
          <p:nvPr/>
        </p:nvSpPr>
        <p:spPr>
          <a:xfrm>
            <a:off x="1058270" y="723900"/>
            <a:ext cx="7302906" cy="95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ĐẶT VẤN ĐỀ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1C824D-A3D7-7D83-7A4F-DFA38774DFB6}"/>
              </a:ext>
            </a:extLst>
          </p:cNvPr>
          <p:cNvSpPr/>
          <p:nvPr/>
        </p:nvSpPr>
        <p:spPr>
          <a:xfrm>
            <a:off x="997992" y="4450080"/>
            <a:ext cx="7452360" cy="51130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93D84-0FB2-8C14-2982-90377B56A319}"/>
              </a:ext>
            </a:extLst>
          </p:cNvPr>
          <p:cNvSpPr txBox="1"/>
          <p:nvPr/>
        </p:nvSpPr>
        <p:spPr>
          <a:xfrm>
            <a:off x="1272312" y="4632960"/>
            <a:ext cx="69200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415D4B"/>
                </a:solidFill>
                <a:latin typeface="Arial"/>
              </a:rPr>
              <a:t>PHÂN ĐỘ XƠ HÓA GAN (METAVIR)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2396FDCA-D2F8-74B4-A223-5814A006FD5E}"/>
              </a:ext>
            </a:extLst>
          </p:cNvPr>
          <p:cNvSpPr/>
          <p:nvPr/>
        </p:nvSpPr>
        <p:spPr>
          <a:xfrm>
            <a:off x="1363752" y="7376160"/>
            <a:ext cx="1259804" cy="547824"/>
          </a:xfrm>
          <a:prstGeom prst="roundRect">
            <a:avLst>
              <a:gd name="adj" fmla="val 15000"/>
            </a:avLst>
          </a:prstGeom>
          <a:solidFill>
            <a:srgbClr val="D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796546-9ECF-F11A-270E-F4AC887ACFC5}"/>
              </a:ext>
            </a:extLst>
          </p:cNvPr>
          <p:cNvSpPr txBox="1"/>
          <p:nvPr/>
        </p:nvSpPr>
        <p:spPr>
          <a:xfrm>
            <a:off x="1363752" y="7028688"/>
            <a:ext cx="125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A2A2A"/>
                </a:solidFill>
                <a:latin typeface="Arial"/>
              </a:rPr>
              <a:t>F0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E88E0-FAE2-4338-D34C-6C66B522C658}"/>
              </a:ext>
            </a:extLst>
          </p:cNvPr>
          <p:cNvSpPr txBox="1"/>
          <p:nvPr/>
        </p:nvSpPr>
        <p:spPr>
          <a:xfrm>
            <a:off x="1290600" y="8016240"/>
            <a:ext cx="14017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 err="1">
                <a:solidFill>
                  <a:srgbClr val="2A2A2A"/>
                </a:solidFill>
                <a:latin typeface="Arial"/>
              </a:rPr>
              <a:t>Không</a:t>
            </a:r>
            <a:r>
              <a:rPr sz="1600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A2A2A"/>
                </a:solidFill>
                <a:latin typeface="Arial"/>
              </a:rPr>
              <a:t>xơ</a:t>
            </a:r>
            <a:endParaRPr sz="160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9B8754CC-0500-C9E6-ABEE-DC1558A81411}"/>
              </a:ext>
            </a:extLst>
          </p:cNvPr>
          <p:cNvSpPr/>
          <p:nvPr/>
        </p:nvSpPr>
        <p:spPr>
          <a:xfrm>
            <a:off x="2753640" y="7170420"/>
            <a:ext cx="1259804" cy="753257"/>
          </a:xfrm>
          <a:prstGeom prst="roundRect">
            <a:avLst>
              <a:gd name="adj" fmla="val 15000"/>
            </a:avLst>
          </a:prstGeom>
          <a:solidFill>
            <a:srgbClr val="B9C7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60C31F-6BB4-BD0E-54FF-E218420FA54C}"/>
              </a:ext>
            </a:extLst>
          </p:cNvPr>
          <p:cNvSpPr txBox="1"/>
          <p:nvPr/>
        </p:nvSpPr>
        <p:spPr>
          <a:xfrm>
            <a:off x="2753640" y="6822948"/>
            <a:ext cx="125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A2A2A"/>
                </a:solidFill>
                <a:latin typeface="Arial"/>
              </a:rPr>
              <a:t>F1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3C678E-D75C-9FBE-85BC-81E348C6B064}"/>
              </a:ext>
            </a:extLst>
          </p:cNvPr>
          <p:cNvSpPr txBox="1"/>
          <p:nvPr/>
        </p:nvSpPr>
        <p:spPr>
          <a:xfrm>
            <a:off x="2680488" y="8016240"/>
            <a:ext cx="14017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 err="1">
                <a:solidFill>
                  <a:srgbClr val="2A2A2A"/>
                </a:solidFill>
                <a:latin typeface="Arial"/>
              </a:rPr>
              <a:t>Xơ</a:t>
            </a:r>
            <a:r>
              <a:rPr sz="1600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A2A2A"/>
                </a:solidFill>
                <a:latin typeface="Arial"/>
              </a:rPr>
              <a:t>nhẹ</a:t>
            </a:r>
            <a:endParaRPr sz="160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33" name="Rounded Rectangle 13">
            <a:extLst>
              <a:ext uri="{FF2B5EF4-FFF2-40B4-BE49-F238E27FC236}">
                <a16:creationId xmlns:a16="http://schemas.microsoft.com/office/drawing/2014/main" id="{41970E7E-F202-83BD-A315-36074F6C9E49}"/>
              </a:ext>
            </a:extLst>
          </p:cNvPr>
          <p:cNvSpPr/>
          <p:nvPr/>
        </p:nvSpPr>
        <p:spPr>
          <a:xfrm>
            <a:off x="4143528" y="6964682"/>
            <a:ext cx="1259804" cy="958690"/>
          </a:xfrm>
          <a:prstGeom prst="roundRect">
            <a:avLst>
              <a:gd name="adj" fmla="val 15000"/>
            </a:avLst>
          </a:prstGeom>
          <a:solidFill>
            <a:srgbClr val="8EA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09B927-0CC4-BB4A-C787-A59A5D031E8C}"/>
              </a:ext>
            </a:extLst>
          </p:cNvPr>
          <p:cNvSpPr txBox="1"/>
          <p:nvPr/>
        </p:nvSpPr>
        <p:spPr>
          <a:xfrm>
            <a:off x="4143528" y="6617209"/>
            <a:ext cx="125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A2A2A"/>
                </a:solidFill>
                <a:latin typeface="Arial"/>
              </a:rPr>
              <a:t>F2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8618EE-DD62-3947-3355-E0B85AF408BA}"/>
              </a:ext>
            </a:extLst>
          </p:cNvPr>
          <p:cNvSpPr txBox="1"/>
          <p:nvPr/>
        </p:nvSpPr>
        <p:spPr>
          <a:xfrm>
            <a:off x="4070376" y="8016240"/>
            <a:ext cx="14017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 err="1">
                <a:solidFill>
                  <a:srgbClr val="2A2A2A"/>
                </a:solidFill>
                <a:latin typeface="Arial"/>
              </a:rPr>
              <a:t>Xơ</a:t>
            </a:r>
            <a:r>
              <a:rPr sz="1600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A2A2A"/>
                </a:solidFill>
                <a:latin typeface="Arial"/>
              </a:rPr>
              <a:t>đáng</a:t>
            </a:r>
            <a:r>
              <a:rPr sz="1600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A2A2A"/>
                </a:solidFill>
                <a:latin typeface="Arial"/>
              </a:rPr>
              <a:t>kể</a:t>
            </a:r>
            <a:endParaRPr sz="160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39" name="Rounded Rectangle 16">
            <a:extLst>
              <a:ext uri="{FF2B5EF4-FFF2-40B4-BE49-F238E27FC236}">
                <a16:creationId xmlns:a16="http://schemas.microsoft.com/office/drawing/2014/main" id="{BDDDAD97-01D1-7EE7-B4D7-787C5DE659DA}"/>
              </a:ext>
            </a:extLst>
          </p:cNvPr>
          <p:cNvSpPr/>
          <p:nvPr/>
        </p:nvSpPr>
        <p:spPr>
          <a:xfrm>
            <a:off x="5533416" y="6758940"/>
            <a:ext cx="1259804" cy="1164125"/>
          </a:xfrm>
          <a:prstGeom prst="roundRect">
            <a:avLst>
              <a:gd name="adj" fmla="val 15000"/>
            </a:avLst>
          </a:prstGeom>
          <a:solidFill>
            <a:srgbClr val="5F7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2F36C0-DAA5-F536-44D4-F0085E90C59B}"/>
              </a:ext>
            </a:extLst>
          </p:cNvPr>
          <p:cNvSpPr txBox="1"/>
          <p:nvPr/>
        </p:nvSpPr>
        <p:spPr>
          <a:xfrm>
            <a:off x="5533416" y="6411468"/>
            <a:ext cx="125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2A2A2A"/>
                </a:solidFill>
                <a:latin typeface="Arial"/>
              </a:rPr>
              <a:t>F3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744F59-0F11-A7D3-6369-C5437D72F3F0}"/>
              </a:ext>
            </a:extLst>
          </p:cNvPr>
          <p:cNvSpPr txBox="1"/>
          <p:nvPr/>
        </p:nvSpPr>
        <p:spPr>
          <a:xfrm>
            <a:off x="5460264" y="8016240"/>
            <a:ext cx="14017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 err="1">
                <a:solidFill>
                  <a:srgbClr val="2A2A2A"/>
                </a:solidFill>
                <a:latin typeface="Arial"/>
              </a:rPr>
              <a:t>Xơ</a:t>
            </a:r>
            <a:r>
              <a:rPr sz="1600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A2A2A"/>
                </a:solidFill>
                <a:latin typeface="Arial"/>
              </a:rPr>
              <a:t>nặng</a:t>
            </a:r>
            <a:endParaRPr sz="160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45" name="Rounded Rectangle 19">
            <a:extLst>
              <a:ext uri="{FF2B5EF4-FFF2-40B4-BE49-F238E27FC236}">
                <a16:creationId xmlns:a16="http://schemas.microsoft.com/office/drawing/2014/main" id="{A310363B-ACA1-0294-75C5-024CC069033F}"/>
              </a:ext>
            </a:extLst>
          </p:cNvPr>
          <p:cNvSpPr/>
          <p:nvPr/>
        </p:nvSpPr>
        <p:spPr>
          <a:xfrm>
            <a:off x="6923304" y="6553200"/>
            <a:ext cx="1259804" cy="1369559"/>
          </a:xfrm>
          <a:prstGeom prst="roundRect">
            <a:avLst>
              <a:gd name="adj" fmla="val 15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C88D17-5148-387E-5D4F-6D69F521F0F9}"/>
              </a:ext>
            </a:extLst>
          </p:cNvPr>
          <p:cNvSpPr txBox="1"/>
          <p:nvPr/>
        </p:nvSpPr>
        <p:spPr>
          <a:xfrm>
            <a:off x="6923304" y="6205728"/>
            <a:ext cx="125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A2A2A"/>
                </a:solidFill>
                <a:latin typeface="Arial"/>
              </a:rPr>
              <a:t>F4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6D3E8F-4E40-800A-BDF9-98265D0AA943}"/>
              </a:ext>
            </a:extLst>
          </p:cNvPr>
          <p:cNvSpPr txBox="1"/>
          <p:nvPr/>
        </p:nvSpPr>
        <p:spPr>
          <a:xfrm>
            <a:off x="6850152" y="8016240"/>
            <a:ext cx="14017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 err="1">
                <a:solidFill>
                  <a:srgbClr val="2A2A2A"/>
                </a:solidFill>
                <a:latin typeface="Arial"/>
              </a:rPr>
              <a:t>Xơ</a:t>
            </a:r>
            <a:r>
              <a:rPr sz="1600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A2A2A"/>
                </a:solidFill>
                <a:latin typeface="Arial"/>
              </a:rPr>
              <a:t>gan</a:t>
            </a:r>
            <a:endParaRPr sz="160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D86C8B-6181-289D-E4E8-EC1159C5B60F}"/>
              </a:ext>
            </a:extLst>
          </p:cNvPr>
          <p:cNvSpPr txBox="1"/>
          <p:nvPr/>
        </p:nvSpPr>
        <p:spPr>
          <a:xfrm>
            <a:off x="3744559" y="8701721"/>
            <a:ext cx="45426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 dirty="0" err="1">
                <a:solidFill>
                  <a:srgbClr val="415D4B"/>
                </a:solidFill>
                <a:latin typeface="Arial"/>
              </a:rPr>
              <a:t>Xơ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hóa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gan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có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ý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nghĩa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(≥F2) </a:t>
            </a:r>
            <a:r>
              <a:rPr lang="en-US" sz="2000" b="1" i="1" dirty="0">
                <a:solidFill>
                  <a:srgbClr val="415D4B"/>
                </a:solidFill>
                <a:latin typeface="Arial"/>
              </a:rPr>
              <a:t>-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ngưỡng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đánh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giá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trong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nghiên</a:t>
            </a:r>
            <a:r>
              <a:rPr sz="2000" b="1" i="1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1" i="1" dirty="0" err="1">
                <a:solidFill>
                  <a:srgbClr val="415D4B"/>
                </a:solidFill>
                <a:latin typeface="Arial"/>
              </a:rPr>
              <a:t>cứu</a:t>
            </a:r>
            <a:endParaRPr sz="2000" b="1" i="1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569934-8918-E766-1C8B-965C0AD722C1}"/>
              </a:ext>
            </a:extLst>
          </p:cNvPr>
          <p:cNvSpPr txBox="1"/>
          <p:nvPr/>
        </p:nvSpPr>
        <p:spPr>
          <a:xfrm>
            <a:off x="9353266" y="1962323"/>
            <a:ext cx="8077200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 CHẾ HIỆN NAY: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Sinh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xâm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lấn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endParaRPr lang="en-US" sz="2800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FibroScan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chi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chưa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phổ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2800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lẻ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9A60C989-0ED5-A9C3-7637-7C3BFC049BEE}"/>
              </a:ext>
            </a:extLst>
          </p:cNvPr>
          <p:cNvSpPr/>
          <p:nvPr/>
        </p:nvSpPr>
        <p:spPr>
          <a:xfrm>
            <a:off x="9353266" y="6205502"/>
            <a:ext cx="8320858" cy="3314700"/>
          </a:xfrm>
          <a:prstGeom prst="roundRect">
            <a:avLst>
              <a:gd name="adj" fmla="val 6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966B28-7E3C-E7E2-FFC0-3EE5969F7B2C}"/>
              </a:ext>
            </a:extLst>
          </p:cNvPr>
          <p:cNvSpPr txBox="1"/>
          <p:nvPr/>
        </p:nvSpPr>
        <p:spPr>
          <a:xfrm>
            <a:off x="9665185" y="6411468"/>
            <a:ext cx="48173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EFEBDD"/>
                </a:solidFill>
                <a:latin typeface="Arial"/>
              </a:rPr>
              <a:t>KHOẢNG TRỐNG NGHIÊN CỨU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C6C687-4BAF-64B5-2544-05ADF2B5D5AA}"/>
              </a:ext>
            </a:extLst>
          </p:cNvPr>
          <p:cNvSpPr txBox="1"/>
          <p:nvPr/>
        </p:nvSpPr>
        <p:spPr>
          <a:xfrm>
            <a:off x="9665185" y="6986541"/>
            <a:ext cx="7624823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2400" i="1" dirty="0" err="1">
                <a:solidFill>
                  <a:srgbClr val="FFFFFF"/>
                </a:solidFill>
                <a:latin typeface="Arial"/>
              </a:rPr>
              <a:t>Chưa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mô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hình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kết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hợp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đồng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thời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AST, ALT, AFP,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HBeAg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HBV-DNA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trong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đánh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giá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nguy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cơ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xơ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hóa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gan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tại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Việt Nam,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đặc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biệt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trong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ứng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dụng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lâm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sàng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thường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i="1" dirty="0" err="1">
                <a:solidFill>
                  <a:srgbClr val="FFFFFF"/>
                </a:solidFill>
                <a:latin typeface="Arial"/>
              </a:rPr>
              <a:t>quy</a:t>
            </a:r>
            <a:r>
              <a:rPr sz="2400" i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545FEB-B767-3F58-F083-198EB3B62AFF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461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2D0E1CA-603D-F799-8AE0-26C6593F01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900" y="190500"/>
            <a:ext cx="3124200" cy="2082800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FAB822F5-6B64-9CF6-8DF2-C059539DA2E2}"/>
              </a:ext>
            </a:extLst>
          </p:cNvPr>
          <p:cNvSpPr txBox="1"/>
          <p:nvPr/>
        </p:nvSpPr>
        <p:spPr>
          <a:xfrm>
            <a:off x="5124877" y="2019300"/>
            <a:ext cx="7857130" cy="936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6"/>
              </a:lnSpc>
            </a:pPr>
            <a:r>
              <a:rPr lang="en-US" sz="48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CÂU HỎI NGHIÊN CỨU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0CC458-DE2E-A221-729E-A2CEE8677A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7A08464-6157-9233-5E56-021FE9B30D4D}"/>
              </a:ext>
            </a:extLst>
          </p:cNvPr>
          <p:cNvSpPr txBox="1"/>
          <p:nvPr/>
        </p:nvSpPr>
        <p:spPr>
          <a:xfrm>
            <a:off x="1253035" y="2973089"/>
            <a:ext cx="15781930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“Mô hình kết hợp các chỉ số sinh học AST, ALT, AFP, HBeAg và HBV-DNA có thể hỗ trợ bước đầu dự đoán nguy cơ xơ gan ở bệnh nhân viêm gan B mạn tính hay không?” </a:t>
            </a:r>
            <a:endParaRPr lang="en-US" sz="2800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3CEC28A-434A-A6D1-74DB-8FD8527FC7EF}"/>
              </a:ext>
            </a:extLst>
          </p:cNvPr>
          <p:cNvSpPr/>
          <p:nvPr/>
        </p:nvSpPr>
        <p:spPr>
          <a:xfrm>
            <a:off x="5715001" y="4616138"/>
            <a:ext cx="11574438" cy="288956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9C4A8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BCD95-CDD3-C311-EBB1-DEFB6A30D78D}"/>
              </a:ext>
            </a:extLst>
          </p:cNvPr>
          <p:cNvSpPr txBox="1"/>
          <p:nvPr/>
        </p:nvSpPr>
        <p:spPr>
          <a:xfrm>
            <a:off x="6019800" y="4722446"/>
            <a:ext cx="11029950" cy="25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AST, ALT, AFP,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HBeAg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HBV-DNA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xơ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FibroScan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ở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viêm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1D58684-F9CF-92EA-C7DD-D0E3FDC86239}"/>
              </a:ext>
            </a:extLst>
          </p:cNvPr>
          <p:cNvSpPr/>
          <p:nvPr/>
        </p:nvSpPr>
        <p:spPr>
          <a:xfrm>
            <a:off x="5722962" y="7822844"/>
            <a:ext cx="11574437" cy="213738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9C4A8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ABBB3-337A-797C-D285-FE6E3DBF9AC5}"/>
              </a:ext>
            </a:extLst>
          </p:cNvPr>
          <p:cNvSpPr txBox="1"/>
          <p:nvPr/>
        </p:nvSpPr>
        <p:spPr>
          <a:xfrm>
            <a:off x="5995205" y="7881131"/>
            <a:ext cx="11029950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nhằm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xơ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viêm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30ED9BE5-3D14-106C-2B86-A59876DB6157}"/>
              </a:ext>
            </a:extLst>
          </p:cNvPr>
          <p:cNvSpPr txBox="1"/>
          <p:nvPr/>
        </p:nvSpPr>
        <p:spPr>
          <a:xfrm>
            <a:off x="239548" y="6220630"/>
            <a:ext cx="5228230" cy="1957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6"/>
              </a:lnSpc>
            </a:pPr>
            <a:r>
              <a:rPr lang="en-US" sz="48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MỤC TIÊU NGHIÊN CỨU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896138-9438-04F3-5DAC-7CB85DEC6296}"/>
              </a:ext>
            </a:extLst>
          </p:cNvPr>
          <p:cNvSpPr/>
          <p:nvPr/>
        </p:nvSpPr>
        <p:spPr>
          <a:xfrm>
            <a:off x="6029324" y="4762500"/>
            <a:ext cx="918238" cy="6858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57C616-B86C-1999-A302-9250CA9A2EF9}"/>
              </a:ext>
            </a:extLst>
          </p:cNvPr>
          <p:cNvSpPr/>
          <p:nvPr/>
        </p:nvSpPr>
        <p:spPr>
          <a:xfrm>
            <a:off x="6029324" y="7962900"/>
            <a:ext cx="918238" cy="6858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E7554B-0AC2-A7DE-4D2B-E548D9970D4F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4599C-0646-6514-54B8-C9C41E3C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CBC0514-07B8-7FE7-B724-5F84646208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73853557-F5F9-F69B-A7C3-7CBFBAFCE2EE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PHƯƠNG PHÁP NGHIÊN CỨU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771028-C5BC-4B87-1A83-CA95DF72CB06}"/>
              </a:ext>
            </a:extLst>
          </p:cNvPr>
          <p:cNvSpPr/>
          <p:nvPr/>
        </p:nvSpPr>
        <p:spPr>
          <a:xfrm>
            <a:off x="1064806" y="1881828"/>
            <a:ext cx="71417" cy="1393335"/>
          </a:xfrm>
          <a:prstGeom prst="rect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548E1-8FC8-53B1-C483-5BD261E8C8CE}"/>
              </a:ext>
            </a:extLst>
          </p:cNvPr>
          <p:cNvSpPr txBox="1"/>
          <p:nvPr/>
        </p:nvSpPr>
        <p:spPr>
          <a:xfrm>
            <a:off x="1228203" y="1899118"/>
            <a:ext cx="27432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sz="2800" b="1" dirty="0">
                <a:solidFill>
                  <a:srgbClr val="415D4B"/>
                </a:solidFill>
                <a:latin typeface="Arial"/>
              </a:rPr>
              <a:t>THIẾT KẾ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8FE5E-2FF0-A9E5-F8C6-81BC1942FD49}"/>
              </a:ext>
            </a:extLst>
          </p:cNvPr>
          <p:cNvSpPr txBox="1"/>
          <p:nvPr/>
        </p:nvSpPr>
        <p:spPr>
          <a:xfrm>
            <a:off x="1228203" y="2522035"/>
            <a:ext cx="62179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sz="2600" dirty="0" err="1">
                <a:solidFill>
                  <a:srgbClr val="415D4B"/>
                </a:solidFill>
                <a:latin typeface="Arial"/>
              </a:rPr>
              <a:t>Cắt</a:t>
            </a:r>
            <a:r>
              <a:rPr sz="260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dirty="0" err="1">
                <a:solidFill>
                  <a:srgbClr val="415D4B"/>
                </a:solidFill>
                <a:latin typeface="Arial"/>
              </a:rPr>
              <a:t>ngang</a:t>
            </a:r>
            <a:r>
              <a:rPr sz="260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dirty="0" err="1">
                <a:solidFill>
                  <a:srgbClr val="415D4B"/>
                </a:solidFill>
                <a:latin typeface="Arial"/>
              </a:rPr>
              <a:t>phân</a:t>
            </a:r>
            <a:r>
              <a:rPr sz="260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dirty="0" err="1">
                <a:solidFill>
                  <a:srgbClr val="415D4B"/>
                </a:solidFill>
                <a:latin typeface="Arial"/>
              </a:rPr>
              <a:t>tích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 </a:t>
            </a:r>
            <a:endParaRPr sz="260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50BA73-AD5F-EB2E-8F26-9EC184600CE0}"/>
              </a:ext>
            </a:extLst>
          </p:cNvPr>
          <p:cNvSpPr txBox="1"/>
          <p:nvPr/>
        </p:nvSpPr>
        <p:spPr>
          <a:xfrm>
            <a:off x="1228203" y="3695700"/>
            <a:ext cx="27432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US" sz="2800" b="1" dirty="0">
                <a:solidFill>
                  <a:srgbClr val="415D4B"/>
                </a:solidFill>
                <a:latin typeface="Arial"/>
              </a:rPr>
              <a:t>ĐỊA ĐIỂM </a:t>
            </a:r>
            <a:endParaRPr sz="2800" b="1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80D0A2-C2AE-48E7-3D90-35084BC6C272}"/>
              </a:ext>
            </a:extLst>
          </p:cNvPr>
          <p:cNvSpPr txBox="1"/>
          <p:nvPr/>
        </p:nvSpPr>
        <p:spPr>
          <a:xfrm>
            <a:off x="1228203" y="4258829"/>
            <a:ext cx="5386842" cy="892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US" sz="2600" dirty="0" err="1">
                <a:solidFill>
                  <a:srgbClr val="415D4B"/>
                </a:solidFill>
                <a:latin typeface="Arial"/>
              </a:rPr>
              <a:t>Bệnh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viện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đa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khoa Phúc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Hưng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, Quảng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Ngãi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endParaRPr sz="260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5292E-CC57-3ACB-9AE8-66A7F344582C}"/>
              </a:ext>
            </a:extLst>
          </p:cNvPr>
          <p:cNvSpPr txBox="1"/>
          <p:nvPr/>
        </p:nvSpPr>
        <p:spPr>
          <a:xfrm>
            <a:off x="1228203" y="5753100"/>
            <a:ext cx="27432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US" sz="2800" b="1" dirty="0">
                <a:solidFill>
                  <a:srgbClr val="415D4B"/>
                </a:solidFill>
                <a:latin typeface="Arial"/>
              </a:rPr>
              <a:t>THỜI GIAN </a:t>
            </a:r>
            <a:endParaRPr sz="2800" b="1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FF23EC-348E-E9BD-EB60-3F51ED156520}"/>
              </a:ext>
            </a:extLst>
          </p:cNvPr>
          <p:cNvSpPr txBox="1"/>
          <p:nvPr/>
        </p:nvSpPr>
        <p:spPr>
          <a:xfrm>
            <a:off x="1228203" y="6307098"/>
            <a:ext cx="4697109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US" sz="2600" dirty="0" err="1">
                <a:solidFill>
                  <a:srgbClr val="415D4B"/>
                </a:solidFill>
                <a:latin typeface="Arial"/>
              </a:rPr>
              <a:t>Tháng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12/2025 -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tháng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7/2026  </a:t>
            </a:r>
            <a:endParaRPr sz="260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FD7F4-FBFE-B004-BBB1-967F2689D49E}"/>
              </a:ext>
            </a:extLst>
          </p:cNvPr>
          <p:cNvSpPr txBox="1"/>
          <p:nvPr/>
        </p:nvSpPr>
        <p:spPr>
          <a:xfrm>
            <a:off x="1228203" y="7581900"/>
            <a:ext cx="27432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US" sz="2800" b="1" dirty="0">
                <a:solidFill>
                  <a:srgbClr val="415D4B"/>
                </a:solidFill>
                <a:latin typeface="Arial"/>
              </a:rPr>
              <a:t>ĐỐI TƯỢNG </a:t>
            </a:r>
            <a:endParaRPr sz="2800" b="1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6CD02-D993-5739-BBA0-B0B3A94E3ACA}"/>
              </a:ext>
            </a:extLst>
          </p:cNvPr>
          <p:cNvSpPr txBox="1"/>
          <p:nvPr/>
        </p:nvSpPr>
        <p:spPr>
          <a:xfrm>
            <a:off x="1233273" y="7967094"/>
            <a:ext cx="5192796" cy="12185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 err="1">
                <a:solidFill>
                  <a:srgbClr val="415D4B"/>
                </a:solidFill>
                <a:latin typeface="Arial"/>
              </a:rPr>
              <a:t>Bệnh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nhân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viêm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gan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B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mạn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tính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từ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đủ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18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tuổi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trở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lên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 </a:t>
            </a:r>
            <a:endParaRPr sz="260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11" name="Rounded Rectangle 26">
            <a:extLst>
              <a:ext uri="{FF2B5EF4-FFF2-40B4-BE49-F238E27FC236}">
                <a16:creationId xmlns:a16="http://schemas.microsoft.com/office/drawing/2014/main" id="{8B115D6C-E299-1BEA-5868-00F834F8BF46}"/>
              </a:ext>
            </a:extLst>
          </p:cNvPr>
          <p:cNvSpPr/>
          <p:nvPr/>
        </p:nvSpPr>
        <p:spPr>
          <a:xfrm>
            <a:off x="7446123" y="1760843"/>
            <a:ext cx="10281659" cy="7549606"/>
          </a:xfrm>
          <a:prstGeom prst="roundRect">
            <a:avLst>
              <a:gd name="adj" fmla="val 7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7B99DD-1A27-CEAE-CF68-32A07479D0AA}"/>
              </a:ext>
            </a:extLst>
          </p:cNvPr>
          <p:cNvSpPr/>
          <p:nvPr/>
        </p:nvSpPr>
        <p:spPr>
          <a:xfrm>
            <a:off x="1058269" y="3710628"/>
            <a:ext cx="71417" cy="1393335"/>
          </a:xfrm>
          <a:prstGeom prst="rect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EE535-5490-42CC-38D3-06AD81EE6FD2}"/>
              </a:ext>
            </a:extLst>
          </p:cNvPr>
          <p:cNvSpPr/>
          <p:nvPr/>
        </p:nvSpPr>
        <p:spPr>
          <a:xfrm>
            <a:off x="1058269" y="5639383"/>
            <a:ext cx="71417" cy="1393335"/>
          </a:xfrm>
          <a:prstGeom prst="rect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20BFFC-D952-5E7E-17D3-1009460314BD}"/>
              </a:ext>
            </a:extLst>
          </p:cNvPr>
          <p:cNvSpPr/>
          <p:nvPr/>
        </p:nvSpPr>
        <p:spPr>
          <a:xfrm>
            <a:off x="1058269" y="7581900"/>
            <a:ext cx="71417" cy="1603733"/>
          </a:xfrm>
          <a:prstGeom prst="rect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3CCEBEE8-1B54-9922-1330-7B266DFD41B6}"/>
              </a:ext>
            </a:extLst>
          </p:cNvPr>
          <p:cNvSpPr/>
          <p:nvPr/>
        </p:nvSpPr>
        <p:spPr>
          <a:xfrm>
            <a:off x="7946931" y="2522316"/>
            <a:ext cx="9311431" cy="32267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33">
            <a:extLst>
              <a:ext uri="{FF2B5EF4-FFF2-40B4-BE49-F238E27FC236}">
                <a16:creationId xmlns:a16="http://schemas.microsoft.com/office/drawing/2014/main" id="{9443B99D-EF02-505B-D407-5A387F506C88}"/>
              </a:ext>
            </a:extLst>
          </p:cNvPr>
          <p:cNvSpPr/>
          <p:nvPr/>
        </p:nvSpPr>
        <p:spPr>
          <a:xfrm>
            <a:off x="7932909" y="5877458"/>
            <a:ext cx="9339476" cy="24300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ounded Rectangle 43">
            <a:extLst>
              <a:ext uri="{FF2B5EF4-FFF2-40B4-BE49-F238E27FC236}">
                <a16:creationId xmlns:a16="http://schemas.microsoft.com/office/drawing/2014/main" id="{29372038-A3C9-1C91-7DD1-2F2973688045}"/>
              </a:ext>
            </a:extLst>
          </p:cNvPr>
          <p:cNvSpPr/>
          <p:nvPr/>
        </p:nvSpPr>
        <p:spPr>
          <a:xfrm>
            <a:off x="7960954" y="8425981"/>
            <a:ext cx="9339477" cy="771326"/>
          </a:xfrm>
          <a:prstGeom prst="roundRect">
            <a:avLst>
              <a:gd name="adj" fmla="val 2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5EC7F1-BE50-B8B0-BA95-459CC6C77DF0}"/>
              </a:ext>
            </a:extLst>
          </p:cNvPr>
          <p:cNvSpPr txBox="1"/>
          <p:nvPr/>
        </p:nvSpPr>
        <p:spPr>
          <a:xfrm>
            <a:off x="7960954" y="1936008"/>
            <a:ext cx="4114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>
                <a:solidFill>
                  <a:srgbClr val="415D4B"/>
                </a:solidFill>
                <a:latin typeface="Arial"/>
              </a:rPr>
              <a:t>CỠ MẪU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3E5AA0-4C0F-5482-906F-3C614404E379}"/>
              </a:ext>
            </a:extLst>
          </p:cNvPr>
          <p:cNvSpPr txBox="1"/>
          <p:nvPr/>
        </p:nvSpPr>
        <p:spPr>
          <a:xfrm>
            <a:off x="8037957" y="2703575"/>
            <a:ext cx="9437478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/>
            <a:r>
              <a:rPr lang="vi-VN" sz="2400" b="1" i="0" dirty="0">
                <a:solidFill>
                  <a:srgbClr val="415D4B"/>
                </a:solidFill>
                <a:latin typeface="Arial"/>
              </a:rPr>
              <a:t>MỤC TIÊU 1:</a:t>
            </a:r>
            <a:r>
              <a:rPr lang="vi-VN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vi-VN" sz="2400" b="0" i="0" dirty="0">
                <a:solidFill>
                  <a:srgbClr val="415D4B"/>
                </a:solidFill>
                <a:latin typeface="Arial"/>
              </a:rPr>
              <a:t>Tương quan chỉ số sinh học - độ cứng gan (LSM)</a:t>
            </a:r>
            <a:endParaRPr lang="en-US" sz="2400" b="0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C2ED76-3E0D-385E-AD5F-561014160AA1}"/>
              </a:ext>
            </a:extLst>
          </p:cNvPr>
          <p:cNvSpPr txBox="1"/>
          <p:nvPr/>
        </p:nvSpPr>
        <p:spPr>
          <a:xfrm>
            <a:off x="8052394" y="5989880"/>
            <a:ext cx="9205968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 dirty="0">
                <a:solidFill>
                  <a:srgbClr val="415D4B"/>
                </a:solidFill>
                <a:latin typeface="Arial"/>
              </a:rPr>
              <a:t>MỤC TIÊU 2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: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Mô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hình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hồi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quy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logistic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đa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biến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(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nguyên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tắc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EPV)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BE06176-5113-8550-3788-37486362CA5A}"/>
                  </a:ext>
                </a:extLst>
              </p:cNvPr>
              <p:cNvSpPr txBox="1"/>
              <p:nvPr/>
            </p:nvSpPr>
            <p:spPr>
              <a:xfrm>
                <a:off x="10244444" y="3112396"/>
                <a:ext cx="4650475" cy="1432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kumimoji="0" lang="vi-VN" sz="26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415D4B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 =</a:t>
                </a:r>
                <a:r>
                  <a:rPr kumimoji="0" lang="vi-VN" sz="2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415D4B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vi-VN" sz="2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415D4B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vi-VN" sz="2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415D4B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vi-VN" sz="28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415D4B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0" lang="vi-VN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vi-VN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kumimoji="0" lang="ar-AE" sz="2800" b="0" i="0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ar-AE" sz="2800" kern="100">
                                        <a:solidFill>
                                          <a:srgbClr val="415D4B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0" lang="el-GR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α</m:t>
                                    </m:r>
                                    <m:r>
                                      <m:rPr>
                                        <m:lit/>
                                      </m:rPr>
                                      <a:rPr kumimoji="0" lang="el-GR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/</m:t>
                                    </m:r>
                                    <m:r>
                                      <a:rPr kumimoji="0" lang="el-GR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ar-AE" sz="28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415D4B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+ </m:t>
                                </m:r>
                                <m:sSub>
                                  <m:sSubPr>
                                    <m:ctrlPr>
                                      <a:rPr kumimoji="0" lang="vi-VN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vi-VN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kumimoji="0" lang="ar-AE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0" lang="el-GR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β</m:t>
                                    </m:r>
                                  </m:sub>
                                </m:sSub>
                              </m:num>
                              <m:den>
                                <m:f>
                                  <m:fPr>
                                    <m:ctrlPr>
                                      <a:rPr kumimoji="0" lang="ar-AE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ar-AE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ar-AE" sz="28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ar-AE" sz="28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415D4B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vi-VN" sz="28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415D4B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ln</m:t>
                                </m:r>
                                <m:r>
                                  <a:rPr kumimoji="0" lang="vi-VN" sz="28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415D4B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kumimoji="0" lang="ar-AE" sz="28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415D4B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0" lang="ar-AE" sz="2800" b="0" i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415D4B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ar-AE" sz="2800" b="0" i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415D4B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 +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vi-VN" sz="2800" b="0" i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415D4B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r</m:t>
                                        </m:r>
                                      </m:num>
                                      <m:den>
                                        <m:r>
                                          <a:rPr kumimoji="0" lang="ar-AE" sz="2800" b="0" i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415D4B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1 −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vi-VN" sz="2800" b="0" i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415D4B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r</m:t>
                                        </m:r>
                                      </m:den>
                                    </m:f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ar-AE" sz="2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415D4B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ar-AE" sz="26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415D4B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+</a:t>
                </a:r>
                <a:r>
                  <a:rPr kumimoji="0" lang="en-US" sz="2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415D4B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kumimoji="0" lang="en-US" sz="26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415D4B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3</a:t>
                </a:r>
                <a:endParaRPr kumimoji="0" lang="ar-AE" sz="2600" b="0" i="0" u="none" strike="noStrike" kern="100" cap="none" spc="0" normalizeH="0" baseline="0" noProof="0" dirty="0">
                  <a:ln>
                    <a:noFill/>
                  </a:ln>
                  <a:solidFill>
                    <a:srgbClr val="415D4B"/>
                  </a:solidFill>
                  <a:effectLst/>
                  <a:uLnTx/>
                  <a:uFillTx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BE06176-5113-8550-3788-37486362C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444" y="3112396"/>
                <a:ext cx="4650475" cy="14321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B3BBAC6-B206-1BC8-6A8D-99CC86C959F2}"/>
                  </a:ext>
                </a:extLst>
              </p:cNvPr>
              <p:cNvSpPr txBox="1"/>
              <p:nvPr/>
            </p:nvSpPr>
            <p:spPr>
              <a:xfrm>
                <a:off x="11179078" y="6301029"/>
                <a:ext cx="2401629" cy="1498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7200" algn="ctr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sz="2400" kern="100" dirty="0">
                    <a:solidFill>
                      <a:srgbClr val="415D4B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 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kern="100">
                            <a:solidFill>
                              <a:srgbClr val="415D4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 kern="100">
                            <a:solidFill>
                              <a:srgbClr val="415D4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EPV</m:t>
                        </m:r>
                        <m:r>
                          <a:rPr lang="en-US" sz="2800" kern="100">
                            <a:solidFill>
                              <a:srgbClr val="415D4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× </m:t>
                        </m:r>
                        <m:r>
                          <m:rPr>
                            <m:sty m:val="p"/>
                          </m:rPr>
                          <a:rPr lang="en-US" sz="2800" kern="100">
                            <a:solidFill>
                              <a:srgbClr val="415D4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kern="100">
                            <a:solidFill>
                              <a:srgbClr val="415D4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p</m:t>
                        </m:r>
                      </m:den>
                    </m:f>
                  </m:oMath>
                </a14:m>
                <a:endParaRPr lang="en-US" sz="2800" kern="100" dirty="0">
                  <a:solidFill>
                    <a:srgbClr val="415D4B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B3BBAC6-B206-1BC8-6A8D-99CC86C95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078" y="6301029"/>
                <a:ext cx="2401629" cy="1498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1">
            <a:extLst>
              <a:ext uri="{FF2B5EF4-FFF2-40B4-BE49-F238E27FC236}">
                <a16:creationId xmlns:a16="http://schemas.microsoft.com/office/drawing/2014/main" id="{20554F6C-B6A8-0949-6525-919BCE68B81C}"/>
              </a:ext>
            </a:extLst>
          </p:cNvPr>
          <p:cNvSpPr/>
          <p:nvPr/>
        </p:nvSpPr>
        <p:spPr>
          <a:xfrm>
            <a:off x="8856305" y="5228141"/>
            <a:ext cx="7467600" cy="406265"/>
          </a:xfrm>
          <a:prstGeom prst="roundRect">
            <a:avLst>
              <a:gd name="adj" fmla="val 5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1">
            <a:extLst>
              <a:ext uri="{FF2B5EF4-FFF2-40B4-BE49-F238E27FC236}">
                <a16:creationId xmlns:a16="http://schemas.microsoft.com/office/drawing/2014/main" id="{CECE6552-91B3-2A24-10C7-87EAE1A5F92C}"/>
              </a:ext>
            </a:extLst>
          </p:cNvPr>
          <p:cNvSpPr/>
          <p:nvPr/>
        </p:nvSpPr>
        <p:spPr>
          <a:xfrm>
            <a:off x="8856305" y="7797785"/>
            <a:ext cx="7467600" cy="406265"/>
          </a:xfrm>
          <a:prstGeom prst="roundRect">
            <a:avLst>
              <a:gd name="adj" fmla="val 5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757D1F-ADB9-34C0-C5A5-5BF13FAFE19E}"/>
              </a:ext>
            </a:extLst>
          </p:cNvPr>
          <p:cNvSpPr txBox="1"/>
          <p:nvPr/>
        </p:nvSpPr>
        <p:spPr>
          <a:xfrm>
            <a:off x="8151370" y="8570671"/>
            <a:ext cx="9210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Cỡ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260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310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A64546-7A81-E844-0A80-111A3943E29F}"/>
              </a:ext>
            </a:extLst>
          </p:cNvPr>
          <p:cNvSpPr txBox="1"/>
          <p:nvPr/>
        </p:nvSpPr>
        <p:spPr>
          <a:xfrm>
            <a:off x="9900789" y="5219754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124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→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dự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phòng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10% → 138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bệnh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51E04D-7043-C504-E9AC-5DEBCEB20E40}"/>
              </a:ext>
            </a:extLst>
          </p:cNvPr>
          <p:cNvSpPr txBox="1"/>
          <p:nvPr/>
        </p:nvSpPr>
        <p:spPr>
          <a:xfrm>
            <a:off x="9900789" y="7803940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234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→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dự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phòng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10% → 260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bệnh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78CB69-EA3A-A3D0-D5A6-61F9A4D789FC}"/>
              </a:ext>
            </a:extLst>
          </p:cNvPr>
          <p:cNvSpPr txBox="1"/>
          <p:nvPr/>
        </p:nvSpPr>
        <p:spPr>
          <a:xfrm>
            <a:off x="8976113" y="4672864"/>
            <a:ext cx="7467601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i="0" dirty="0">
                <a:solidFill>
                  <a:srgbClr val="415D4B"/>
                </a:solidFill>
                <a:latin typeface="Arial"/>
              </a:rPr>
              <a:t>Z</a:t>
            </a:r>
            <a:r>
              <a:rPr sz="2000" b="0" i="0" baseline="-25000" dirty="0">
                <a:solidFill>
                  <a:srgbClr val="415D4B"/>
                </a:solidFill>
                <a:latin typeface="Arial"/>
              </a:rPr>
              <a:t>1−α/2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= 1,96</a:t>
            </a:r>
            <a:r>
              <a:rPr lang="en-US" sz="2000" b="0" i="0" dirty="0">
                <a:solidFill>
                  <a:srgbClr val="415D4B"/>
                </a:solidFill>
                <a:latin typeface="Arial"/>
              </a:rPr>
              <a:t>; 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Z</a:t>
            </a:r>
            <a:r>
              <a:rPr sz="2000" b="0" i="0" baseline="-25000" dirty="0">
                <a:solidFill>
                  <a:srgbClr val="415D4B"/>
                </a:solidFill>
                <a:latin typeface="Arial"/>
              </a:rPr>
              <a:t>1−β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= 0,84 (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lực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mẫu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80%)</a:t>
            </a:r>
            <a:r>
              <a:rPr lang="en-US" sz="2000" b="0" i="0" dirty="0">
                <a:solidFill>
                  <a:srgbClr val="415D4B"/>
                </a:solidFill>
                <a:latin typeface="Arial"/>
              </a:rPr>
              <a:t>; 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r = 0,25 (Fung 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cs)</a:t>
            </a:r>
            <a:r>
              <a:rPr lang="en-US" sz="20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b="0" i="0" dirty="0">
                <a:solidFill>
                  <a:srgbClr val="415D4B"/>
                </a:solidFill>
                <a:latin typeface="Arial"/>
              </a:rPr>
              <a:t>[1]</a:t>
            </a:r>
            <a:endParaRPr b="0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0EC2B1-997E-38F8-DFFA-F5607791544F}"/>
              </a:ext>
            </a:extLst>
          </p:cNvPr>
          <p:cNvSpPr txBox="1"/>
          <p:nvPr/>
        </p:nvSpPr>
        <p:spPr>
          <a:xfrm>
            <a:off x="8223236" y="7328281"/>
            <a:ext cx="8814911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i="0" dirty="0">
                <a:solidFill>
                  <a:srgbClr val="415D4B"/>
                </a:solidFill>
                <a:latin typeface="Arial"/>
              </a:rPr>
              <a:t>EPV = 10 (Peduzzi 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cs)</a:t>
            </a:r>
            <a:r>
              <a:rPr lang="en-US" sz="20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b="0" i="0" dirty="0">
                <a:solidFill>
                  <a:srgbClr val="415D4B"/>
                </a:solidFill>
                <a:latin typeface="Arial"/>
              </a:rPr>
              <a:t>[2]</a:t>
            </a:r>
            <a:r>
              <a:rPr lang="en-US" sz="2000" b="0" i="0" dirty="0">
                <a:solidFill>
                  <a:srgbClr val="415D4B"/>
                </a:solidFill>
                <a:latin typeface="Arial"/>
              </a:rPr>
              <a:t>; 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k ≈ 7 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biến</a:t>
            </a:r>
            <a:r>
              <a:rPr lang="en-US" sz="2000" dirty="0">
                <a:solidFill>
                  <a:srgbClr val="415D4B"/>
                </a:solidFill>
                <a:latin typeface="Arial"/>
              </a:rPr>
              <a:t>; 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p = 0,3 (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Trần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Minh Hoàng 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cs)</a:t>
            </a:r>
            <a:r>
              <a:rPr lang="en-US" sz="20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b="0" i="0" dirty="0">
                <a:solidFill>
                  <a:srgbClr val="415D4B"/>
                </a:solidFill>
                <a:latin typeface="Arial"/>
              </a:rPr>
              <a:t>[3]</a:t>
            </a:r>
            <a:endParaRPr b="0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A4DD82-CEFB-FD44-7993-4EA6DEE9E3D3}"/>
              </a:ext>
            </a:extLst>
          </p:cNvPr>
          <p:cNvSpPr txBox="1"/>
          <p:nvPr/>
        </p:nvSpPr>
        <p:spPr>
          <a:xfrm>
            <a:off x="4224" y="9478290"/>
            <a:ext cx="17705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[1] Fung J, Lai CL, Fong DY, Yuen JC, Wong DK, Yuen MF. Correlation of liver biochemistry with liver stiffness in chronic hepatitis B and development of a predictive model for liver fibrosis. Liver international : official journal of the International Association for the Study of the Liver. 2008 Dec; 28(10):1408 16.doi:10.1111/j.1478-3231.2008.01784.x 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[2] Peduzzi P, Concato J, Kemper E, Holford TR, Feinstein AR. A simulation study of the number of events per variable in logistic regression analysis. Journal of clinical epidemiology. 1996 Dec; 49(12):1373-9.doi:10.1016/s0895-4356(96)00236-3 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[3] Tran MH, Vo TL, Le TTH, Tran TTT.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xơ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APRI ở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viêm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mạn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khám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đới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TP.HCM.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chí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Thành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phố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Chí Minh. 2018 22(2 (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khoa)):113.doi: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F441A48-78DC-6908-A2DE-0AF7EFCACC88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6198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2C988-BAF9-4A7A-7C03-15274D73A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8B0BD27-7F71-DB7B-7445-D467B9B5F5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86BDBD5F-26F7-1AA9-782E-E1F8A7B9DAEC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PHƯƠNG PHÁP NGHIÊN CỨU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ED5231DE-DBB2-47F0-7D75-C19338D02119}"/>
              </a:ext>
            </a:extLst>
          </p:cNvPr>
          <p:cNvSpPr/>
          <p:nvPr/>
        </p:nvSpPr>
        <p:spPr>
          <a:xfrm>
            <a:off x="902514" y="2468319"/>
            <a:ext cx="7955279" cy="6675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65478-0173-A83B-41A3-F1134D54A9D3}"/>
              </a:ext>
            </a:extLst>
          </p:cNvPr>
          <p:cNvSpPr txBox="1"/>
          <p:nvPr/>
        </p:nvSpPr>
        <p:spPr>
          <a:xfrm>
            <a:off x="1058270" y="3524619"/>
            <a:ext cx="746760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 nhân từ đủ 18 tuổi trở lên. </a:t>
            </a:r>
          </a:p>
          <a:p>
            <a:pPr algn="just">
              <a:lnSpc>
                <a:spcPct val="150000"/>
              </a:lnSpc>
            </a:pPr>
            <a:r>
              <a:rPr lang="vi-VN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Được chẩn đoán viêm gan B mạn tính theo Quyết định số 3310/QĐ-BYT 2019 của Bộ Y tế, thỏa một trong các tiêu chuẩn: </a:t>
            </a:r>
          </a:p>
          <a:p>
            <a:pPr algn="just">
              <a:lnSpc>
                <a:spcPct val="150000"/>
              </a:lnSpc>
            </a:pPr>
            <a:r>
              <a:rPr lang="vi-VN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HBsAg và/hoặc HBV-DNA dương tính ≥ 6 tháng, hoặc </a:t>
            </a:r>
          </a:p>
          <a:p>
            <a:pPr algn="just">
              <a:lnSpc>
                <a:spcPct val="150000"/>
              </a:lnSpc>
            </a:pPr>
            <a:r>
              <a:rPr lang="vi-VN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HBsAg dương tính và anti-HBc IgM âm tính</a:t>
            </a:r>
          </a:p>
          <a:p>
            <a:pPr algn="just">
              <a:lnSpc>
                <a:spcPct val="150000"/>
              </a:lnSpc>
            </a:pPr>
            <a:r>
              <a:rPr lang="vi-VN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Chưa điều trị thuốc kháng virus hoặc đang điều trị đơn trị liệu bằng thuốc tương tự nucleoside analogues (NAs) ít nhất 6 tháng.</a:t>
            </a:r>
          </a:p>
          <a:p>
            <a:r>
              <a:rPr lang="en-US" dirty="0"/>
              <a:t>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B20019-9515-7B6D-2924-F5B58C2B86BC}"/>
              </a:ext>
            </a:extLst>
          </p:cNvPr>
          <p:cNvSpPr/>
          <p:nvPr/>
        </p:nvSpPr>
        <p:spPr>
          <a:xfrm>
            <a:off x="1058270" y="2835209"/>
            <a:ext cx="594360" cy="594360"/>
          </a:xfrm>
          <a:prstGeom prst="ellipse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15DAAD98-77C4-96E0-91CE-0EBDAEFC767D}"/>
              </a:ext>
            </a:extLst>
          </p:cNvPr>
          <p:cNvSpPr/>
          <p:nvPr/>
        </p:nvSpPr>
        <p:spPr>
          <a:xfrm>
            <a:off x="9414964" y="2468319"/>
            <a:ext cx="7955279" cy="6675120"/>
          </a:xfrm>
          <a:prstGeom prst="roundRect">
            <a:avLst>
              <a:gd name="adj" fmla="val 5000"/>
            </a:avLst>
          </a:prstGeom>
          <a:solidFill>
            <a:srgbClr val="EFEBDD"/>
          </a:solidFill>
          <a:ln w="12700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91E32-04AD-ED4C-5360-D09D498041EA}"/>
              </a:ext>
            </a:extLst>
          </p:cNvPr>
          <p:cNvSpPr txBox="1"/>
          <p:nvPr/>
        </p:nvSpPr>
        <p:spPr>
          <a:xfrm>
            <a:off x="9555479" y="3524619"/>
            <a:ext cx="76742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 nhiễm HCV, HDV, HIV hoặc bệnh gan do nguyên nhân khác (tự miễn, rượu, thuốc,…) </a:t>
            </a:r>
          </a:p>
          <a:p>
            <a:pPr algn="just">
              <a:lnSpc>
                <a:spcPct val="150000"/>
              </a:lnSpc>
            </a:pPr>
            <a:r>
              <a:rPr lang="vi-VN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Ung thư gan, xơ gan mất bù, suy gan nặng, bệnh lý tim thận nặng. </a:t>
            </a:r>
          </a:p>
          <a:p>
            <a:pPr algn="just">
              <a:lnSpc>
                <a:spcPct val="150000"/>
              </a:lnSpc>
            </a:pPr>
            <a:r>
              <a:rPr lang="vi-VN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Phụ nữ đang mang thai hoặc cho con bú. </a:t>
            </a:r>
          </a:p>
          <a:p>
            <a:pPr algn="just">
              <a:lnSpc>
                <a:spcPct val="150000"/>
              </a:lnSpc>
            </a:pPr>
            <a:r>
              <a:rPr lang="vi-VN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Sử dụng corticosteroid, thuốc ức chế miễn dịch hoặc hóa trị trong vòng 6 tháng trước thời điểm tham gia nghiên cứu.</a:t>
            </a:r>
          </a:p>
          <a:p>
            <a:r>
              <a:rPr lang="en-US" dirty="0"/>
              <a:t>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4A771CF-8E27-E96F-8464-581ECD6E9F37}"/>
              </a:ext>
            </a:extLst>
          </p:cNvPr>
          <p:cNvSpPr/>
          <p:nvPr/>
        </p:nvSpPr>
        <p:spPr>
          <a:xfrm>
            <a:off x="9692640" y="2834640"/>
            <a:ext cx="594360" cy="594360"/>
          </a:xfrm>
          <a:prstGeom prst="ellipse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E1E0FBAD-1857-CF15-CC40-E066A8692D29}"/>
              </a:ext>
            </a:extLst>
          </p:cNvPr>
          <p:cNvSpPr/>
          <p:nvPr/>
        </p:nvSpPr>
        <p:spPr>
          <a:xfrm>
            <a:off x="902513" y="2468319"/>
            <a:ext cx="7955279" cy="109728"/>
          </a:xfrm>
          <a:prstGeom prst="roundRect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931B11AC-26FD-68C2-9339-BBA634943F30}"/>
              </a:ext>
            </a:extLst>
          </p:cNvPr>
          <p:cNvSpPr/>
          <p:nvPr/>
        </p:nvSpPr>
        <p:spPr>
          <a:xfrm>
            <a:off x="9414964" y="2486888"/>
            <a:ext cx="7955279" cy="109728"/>
          </a:xfrm>
          <a:prstGeom prst="roundRect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20A020-15D6-B586-BDA8-114277457D85}"/>
              </a:ext>
            </a:extLst>
          </p:cNvPr>
          <p:cNvSpPr txBox="1"/>
          <p:nvPr/>
        </p:nvSpPr>
        <p:spPr>
          <a:xfrm>
            <a:off x="1895049" y="2895544"/>
            <a:ext cx="4434227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just"/>
            <a:r>
              <a:rPr sz="2800" b="1" dirty="0">
                <a:solidFill>
                  <a:srgbClr val="415D4B"/>
                </a:solidFill>
                <a:latin typeface="Arial"/>
              </a:rPr>
              <a:t>TIÊU CHUẨN CHỌN VÀO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023CDA-C616-A67A-5AA8-DB291EE1A214}"/>
              </a:ext>
            </a:extLst>
          </p:cNvPr>
          <p:cNvSpPr txBox="1"/>
          <p:nvPr/>
        </p:nvSpPr>
        <p:spPr>
          <a:xfrm>
            <a:off x="10664864" y="2905780"/>
            <a:ext cx="423385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just"/>
            <a:r>
              <a:rPr sz="2800" b="1" dirty="0">
                <a:solidFill>
                  <a:srgbClr val="415D4B"/>
                </a:solidFill>
                <a:latin typeface="Arial"/>
              </a:rPr>
              <a:t>TIÊU CHUẨN </a:t>
            </a:r>
            <a:r>
              <a:rPr lang="en-US" sz="2800" b="1" dirty="0">
                <a:solidFill>
                  <a:srgbClr val="415D4B"/>
                </a:solidFill>
                <a:latin typeface="Arial"/>
              </a:rPr>
              <a:t>LOẠI TRỪ</a:t>
            </a:r>
            <a:endParaRPr sz="2800" b="1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70A3F8-7C6A-FF63-8CB2-B758998246D8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6902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752" y="-566928"/>
            <a:ext cx="5715000" cy="3813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722376"/>
            <a:ext cx="13341096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 i="0">
                <a:solidFill>
                  <a:srgbClr val="415D4B"/>
                </a:solidFill>
                <a:latin typeface="Arial"/>
              </a:rPr>
              <a:t>PHƯƠNG PHÁP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1719072"/>
            <a:ext cx="1463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415D4B"/>
                </a:solidFill>
                <a:latin typeface="Arial"/>
              </a:rPr>
              <a:t>Biến số nghiên cứu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" y="2606040"/>
            <a:ext cx="6126480" cy="6766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5256" y="2606040"/>
            <a:ext cx="6126480" cy="109728"/>
          </a:xfrm>
          <a:prstGeom prst="roundRect">
            <a:avLst>
              <a:gd name="adj" fmla="val 5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307086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 dirty="0" err="1">
                <a:solidFill>
                  <a:srgbClr val="415D4B"/>
                </a:solidFill>
                <a:latin typeface="Arial"/>
              </a:rPr>
              <a:t>Biến</a:t>
            </a:r>
            <a:r>
              <a:rPr sz="30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415D4B"/>
                </a:solidFill>
                <a:latin typeface="Arial"/>
              </a:rPr>
              <a:t>độc</a:t>
            </a:r>
            <a:r>
              <a:rPr sz="30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415D4B"/>
                </a:solidFill>
                <a:latin typeface="Arial"/>
              </a:rPr>
              <a:t>lập</a:t>
            </a:r>
            <a:endParaRPr sz="30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79576" y="4069080"/>
            <a:ext cx="5577840" cy="713232"/>
          </a:xfrm>
          <a:prstGeom prst="roundRect">
            <a:avLst>
              <a:gd name="adj" fmla="val 15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62456" y="4069080"/>
            <a:ext cx="228600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 err="1">
                <a:solidFill>
                  <a:srgbClr val="415D4B"/>
                </a:solidFill>
                <a:latin typeface="Arial"/>
              </a:rPr>
              <a:t>Tuổi</a:t>
            </a:r>
            <a:endParaRPr sz="24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11296" y="4222563"/>
            <a:ext cx="31089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0" i="0" dirty="0" err="1">
                <a:solidFill>
                  <a:srgbClr val="2A2A2A"/>
                </a:solidFill>
                <a:latin typeface="Arial"/>
              </a:rPr>
              <a:t>năm</a:t>
            </a:r>
            <a:endParaRPr sz="24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79576" y="4873752"/>
            <a:ext cx="5577840" cy="713232"/>
          </a:xfrm>
          <a:prstGeom prst="roundRect">
            <a:avLst>
              <a:gd name="adj" fmla="val 15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62456" y="4873752"/>
            <a:ext cx="228600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>
                <a:solidFill>
                  <a:srgbClr val="415D4B"/>
                </a:solidFill>
                <a:latin typeface="Arial"/>
              </a:rPr>
              <a:t>Giới tính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5027235"/>
            <a:ext cx="31089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0" i="0" dirty="0" err="1">
                <a:solidFill>
                  <a:srgbClr val="2A2A2A"/>
                </a:solidFill>
                <a:latin typeface="Arial"/>
              </a:rPr>
              <a:t>nam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/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nữ</a:t>
            </a:r>
            <a:endParaRPr sz="24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79576" y="5678424"/>
            <a:ext cx="5577840" cy="713232"/>
          </a:xfrm>
          <a:prstGeom prst="roundRect">
            <a:avLst>
              <a:gd name="adj" fmla="val 15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62456" y="5678424"/>
            <a:ext cx="228600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>
                <a:solidFill>
                  <a:srgbClr val="415D4B"/>
                </a:solidFill>
                <a:latin typeface="Arial"/>
              </a:rPr>
              <a:t>AST, ALT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5831907"/>
            <a:ext cx="31089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0" i="0" dirty="0">
                <a:solidFill>
                  <a:srgbClr val="2A2A2A"/>
                </a:solidFill>
                <a:latin typeface="Arial"/>
              </a:rPr>
              <a:t>U/L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9576" y="6483096"/>
            <a:ext cx="5577840" cy="713232"/>
          </a:xfrm>
          <a:prstGeom prst="roundRect">
            <a:avLst>
              <a:gd name="adj" fmla="val 15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62456" y="6483096"/>
            <a:ext cx="228600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>
                <a:solidFill>
                  <a:srgbClr val="415D4B"/>
                </a:solidFill>
                <a:latin typeface="Arial"/>
              </a:rPr>
              <a:t>AFP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6636579"/>
            <a:ext cx="31089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0" i="0" dirty="0">
                <a:solidFill>
                  <a:srgbClr val="2A2A2A"/>
                </a:solidFill>
                <a:latin typeface="Arial"/>
              </a:rPr>
              <a:t>IU/mL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9576" y="7287768"/>
            <a:ext cx="5577840" cy="713232"/>
          </a:xfrm>
          <a:prstGeom prst="roundRect">
            <a:avLst>
              <a:gd name="adj" fmla="val 15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2456" y="7287768"/>
            <a:ext cx="228600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>
                <a:solidFill>
                  <a:srgbClr val="415D4B"/>
                </a:solidFill>
                <a:latin typeface="Arial"/>
              </a:rPr>
              <a:t>HBeAg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296" y="7441251"/>
            <a:ext cx="31089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0" i="0" dirty="0" err="1">
                <a:solidFill>
                  <a:srgbClr val="2A2A2A"/>
                </a:solidFill>
                <a:latin typeface="Arial"/>
              </a:rPr>
              <a:t>âm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tính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/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dương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tính</a:t>
            </a:r>
            <a:endParaRPr sz="24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79576" y="8092440"/>
            <a:ext cx="5577840" cy="1097280"/>
          </a:xfrm>
          <a:prstGeom prst="roundRect">
            <a:avLst>
              <a:gd name="adj" fmla="val 15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62456" y="8165592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>
                <a:solidFill>
                  <a:srgbClr val="415D4B"/>
                </a:solidFill>
                <a:latin typeface="Arial"/>
              </a:rPr>
              <a:t>HBV-DNA  (3 mức)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6840" y="8641080"/>
            <a:ext cx="58521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just"/>
            <a:r>
              <a:rPr sz="2400" b="0" i="0" dirty="0">
                <a:solidFill>
                  <a:srgbClr val="2A2A2A"/>
                </a:solidFill>
                <a:latin typeface="Arial"/>
              </a:rPr>
              <a:t>&lt;100</a:t>
            </a:r>
            <a:r>
              <a:rPr lang="en-US" sz="2400" b="0" i="0" dirty="0">
                <a:solidFill>
                  <a:srgbClr val="2A2A2A"/>
                </a:solidFill>
                <a:latin typeface="Arial"/>
              </a:rPr>
              <a:t> / 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100-&lt;20.000 </a:t>
            </a:r>
            <a:r>
              <a:rPr lang="en-US" sz="2400" b="0" i="0" dirty="0">
                <a:solidFill>
                  <a:srgbClr val="2A2A2A"/>
                </a:solidFill>
                <a:latin typeface="Arial"/>
              </a:rPr>
              <a:t>/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≥20.000 IU/mL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23176" y="5760720"/>
            <a:ext cx="457200" cy="457200"/>
          </a:xfrm>
          <a:prstGeom prst="rightArrow">
            <a:avLst/>
          </a:prstGeom>
          <a:solidFill>
            <a:srgbClr val="6F8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89520" y="2606040"/>
            <a:ext cx="4114800" cy="6766560"/>
          </a:xfrm>
          <a:prstGeom prst="roundRect">
            <a:avLst>
              <a:gd name="adj" fmla="val 4000"/>
            </a:avLst>
          </a:prstGeom>
          <a:solidFill>
            <a:srgbClr val="EFEBDD"/>
          </a:solidFill>
          <a:ln w="12700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589520" y="2606040"/>
            <a:ext cx="4114800" cy="109728"/>
          </a:xfrm>
          <a:prstGeom prst="roundRect">
            <a:avLst>
              <a:gd name="adj" fmla="val 50000"/>
            </a:avLst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0" y="3070860"/>
            <a:ext cx="35661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415D4B"/>
                </a:solidFill>
                <a:latin typeface="Arial"/>
              </a:rPr>
              <a:t>Độ cứng gan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4206240"/>
            <a:ext cx="34747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09560" y="4297680"/>
            <a:ext cx="347472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000" b="1" i="0">
                <a:solidFill>
                  <a:srgbClr val="415D4B"/>
                </a:solidFill>
                <a:latin typeface="Arial"/>
              </a:rPr>
              <a:t>FibroScan®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983480"/>
            <a:ext cx="3474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0" i="0">
                <a:solidFill>
                  <a:srgbClr val="2A2A2A"/>
                </a:solidFill>
                <a:latin typeface="Arial"/>
              </a:rPr>
              <a:t>LSM (kPa)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6235656"/>
            <a:ext cx="3127248" cy="21844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400" b="0" i="0" dirty="0" err="1">
                <a:solidFill>
                  <a:srgbClr val="2A2A2A"/>
                </a:solidFill>
                <a:latin typeface="Arial"/>
              </a:rPr>
              <a:t>Biến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định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lượng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liên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tục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dùng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để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phân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tích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tương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quan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với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AST, ALT, AFP,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tuổi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795760" y="5760720"/>
            <a:ext cx="457200" cy="457200"/>
          </a:xfrm>
          <a:prstGeom prst="rightArrow">
            <a:avLst/>
          </a:prstGeom>
          <a:solidFill>
            <a:srgbClr val="6F8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2252960" y="2606040"/>
            <a:ext cx="5120640" cy="6766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2252960" y="2606040"/>
            <a:ext cx="5120640" cy="109728"/>
          </a:xfrm>
          <a:prstGeom prst="roundRect">
            <a:avLst>
              <a:gd name="adj" fmla="val 5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527280" y="3070860"/>
            <a:ext cx="4572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 dirty="0" err="1">
                <a:solidFill>
                  <a:srgbClr val="415D4B"/>
                </a:solidFill>
                <a:latin typeface="Arial"/>
              </a:rPr>
              <a:t>Xơ</a:t>
            </a:r>
            <a:r>
              <a:rPr sz="30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415D4B"/>
                </a:solidFill>
                <a:latin typeface="Arial"/>
              </a:rPr>
              <a:t>hóa</a:t>
            </a:r>
            <a:r>
              <a:rPr sz="30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415D4B"/>
                </a:solidFill>
                <a:latin typeface="Arial"/>
              </a:rPr>
              <a:t>gan</a:t>
            </a:r>
            <a:r>
              <a:rPr sz="3000" b="1" i="0" dirty="0">
                <a:solidFill>
                  <a:srgbClr val="415D4B"/>
                </a:solidFill>
                <a:latin typeface="Arial"/>
              </a:rPr>
              <a:t> ≥F2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27280" y="4160520"/>
            <a:ext cx="4572000" cy="1143000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710160" y="4323062"/>
            <a:ext cx="4206240" cy="8179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 dirty="0">
                <a:solidFill>
                  <a:srgbClr val="2A2A2A"/>
                </a:solidFill>
                <a:latin typeface="Arial"/>
              </a:rPr>
              <a:t>F0 - F1
LSM ≤ 7,0 kPa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27280" y="5486400"/>
            <a:ext cx="4572000" cy="1325880"/>
          </a:xfrm>
          <a:prstGeom prst="roundRect">
            <a:avLst>
              <a:gd name="adj" fmla="val 12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710160" y="5740382"/>
            <a:ext cx="4206240" cy="8179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>
                <a:solidFill>
                  <a:srgbClr val="FFFFFF"/>
                </a:solidFill>
                <a:latin typeface="Arial"/>
              </a:rPr>
              <a:t>≥F2: </a:t>
            </a:r>
            <a:r>
              <a:rPr sz="2400" b="1" i="0" dirty="0" err="1">
                <a:solidFill>
                  <a:srgbClr val="FFFFFF"/>
                </a:solidFill>
                <a:latin typeface="Arial"/>
              </a:rPr>
              <a:t>xơ</a:t>
            </a:r>
            <a:r>
              <a:rPr sz="24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Arial"/>
              </a:rPr>
              <a:t>hóa</a:t>
            </a:r>
            <a:r>
              <a:rPr sz="24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Arial"/>
              </a:rPr>
              <a:t>có</a:t>
            </a:r>
            <a:r>
              <a:rPr sz="2400" b="1" i="0" dirty="0">
                <a:solidFill>
                  <a:srgbClr val="FFFFFF"/>
                </a:solidFill>
                <a:latin typeface="Arial"/>
              </a:rPr>
              <a:t> ý </a:t>
            </a:r>
            <a:r>
              <a:rPr sz="2400" b="1" i="0" dirty="0" err="1">
                <a:solidFill>
                  <a:srgbClr val="FFFFFF"/>
                </a:solidFill>
                <a:latin typeface="Arial"/>
              </a:rPr>
              <a:t>nghĩa</a:t>
            </a:r>
            <a:r>
              <a:rPr sz="2400" b="1" i="0" dirty="0">
                <a:solidFill>
                  <a:srgbClr val="FFFFFF"/>
                </a:solidFill>
                <a:latin typeface="Arial"/>
              </a:rPr>
              <a:t>
LSM &gt; 7,0 kPa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27280" y="7086600"/>
            <a:ext cx="4572000" cy="107644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400" b="0" i="0" dirty="0" err="1">
                <a:solidFill>
                  <a:srgbClr val="2A2A2A"/>
                </a:solidFill>
                <a:latin typeface="Arial"/>
              </a:rPr>
              <a:t>Biến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nhị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giá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dùng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cho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hồi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quy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logistic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để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dự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đoán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nguy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cơ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527280" y="8365466"/>
            <a:ext cx="4572000" cy="81663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b="0" i="1" dirty="0" err="1">
                <a:solidFill>
                  <a:srgbClr val="2A2A2A"/>
                </a:solidFill>
                <a:latin typeface="Arial"/>
              </a:rPr>
              <a:t>Phân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loại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theo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Phụ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lục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2,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Quyết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định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số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1740/QĐ-BYT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ngày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16/6/2026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của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Bộ</a:t>
            </a:r>
            <a:r>
              <a:rPr b="0" i="1" dirty="0">
                <a:solidFill>
                  <a:srgbClr val="2A2A2A"/>
                </a:solidFill>
                <a:latin typeface="Arial"/>
              </a:rPr>
              <a:t> Y </a:t>
            </a:r>
            <a:r>
              <a:rPr b="0" i="1" dirty="0" err="1">
                <a:solidFill>
                  <a:srgbClr val="2A2A2A"/>
                </a:solidFill>
                <a:latin typeface="Arial"/>
              </a:rPr>
              <a:t>tế</a:t>
            </a:r>
            <a:endParaRPr b="0" i="1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CCE27EA-CACD-DA47-FD32-DD1D5A93AF9C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752" y="-566928"/>
            <a:ext cx="5715000" cy="3813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722376"/>
            <a:ext cx="13341096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 i="0" dirty="0">
                <a:solidFill>
                  <a:srgbClr val="415D4B"/>
                </a:solidFill>
                <a:latin typeface="Arial"/>
              </a:rPr>
              <a:t>PHƯƠNG PHÁP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1719072"/>
            <a:ext cx="3511296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 err="1">
                <a:solidFill>
                  <a:srgbClr val="415D4B"/>
                </a:solidFill>
                <a:latin typeface="Arial"/>
              </a:rPr>
              <a:t>Phân</a:t>
            </a:r>
            <a:r>
              <a:rPr sz="28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415D4B"/>
                </a:solidFill>
                <a:latin typeface="Arial"/>
              </a:rPr>
              <a:t>tích</a:t>
            </a:r>
            <a:r>
              <a:rPr sz="28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415D4B"/>
                </a:solidFill>
                <a:latin typeface="Arial"/>
              </a:rPr>
              <a:t>thống</a:t>
            </a:r>
            <a:r>
              <a:rPr sz="28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415D4B"/>
                </a:solidFill>
                <a:latin typeface="Arial"/>
              </a:rPr>
              <a:t>kê</a:t>
            </a:r>
            <a:endParaRPr sz="28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05256" y="2514600"/>
            <a:ext cx="5303520" cy="708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5256" y="2514600"/>
            <a:ext cx="5303520" cy="109728"/>
          </a:xfrm>
          <a:prstGeom prst="roundRect">
            <a:avLst>
              <a:gd name="adj" fmla="val 5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834640"/>
            <a:ext cx="640080" cy="640080"/>
          </a:xfrm>
          <a:prstGeom prst="ellipse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1096" y="2788920"/>
            <a:ext cx="41148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 err="1">
                <a:solidFill>
                  <a:srgbClr val="415D4B"/>
                </a:solidFill>
                <a:latin typeface="Arial"/>
              </a:rPr>
              <a:t>Mô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tả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số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liệu</a:t>
            </a:r>
            <a:endParaRPr sz="26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190488" y="5875020"/>
            <a:ext cx="310896" cy="365760"/>
          </a:xfrm>
          <a:prstGeom prst="rightArrow">
            <a:avLst/>
          </a:prstGeom>
          <a:solidFill>
            <a:srgbClr val="6F8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83096" y="2514600"/>
            <a:ext cx="5303520" cy="708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83096" y="2514600"/>
            <a:ext cx="5303520" cy="109728"/>
          </a:xfrm>
          <a:prstGeom prst="roundRect">
            <a:avLst>
              <a:gd name="adj" fmla="val 5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11696" y="2834640"/>
            <a:ext cx="640080" cy="640080"/>
          </a:xfrm>
          <a:prstGeom prst="ellipse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936" y="2788920"/>
            <a:ext cx="41148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415D4B"/>
                </a:solidFill>
                <a:latin typeface="Arial"/>
              </a:rPr>
              <a:t>Tương quan Spearman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1768328" y="5875020"/>
            <a:ext cx="310896" cy="365760"/>
          </a:xfrm>
          <a:prstGeom prst="rightArrow">
            <a:avLst/>
          </a:prstGeom>
          <a:solidFill>
            <a:srgbClr val="6F8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060936" y="2514600"/>
            <a:ext cx="5303520" cy="708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2060936" y="2514600"/>
            <a:ext cx="5303520" cy="109728"/>
          </a:xfrm>
          <a:prstGeom prst="roundRect">
            <a:avLst>
              <a:gd name="adj" fmla="val 5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289536" y="2834640"/>
            <a:ext cx="640080" cy="640080"/>
          </a:xfrm>
          <a:prstGeom prst="ellipse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66776" y="2788920"/>
            <a:ext cx="41148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415D4B"/>
                </a:solidFill>
                <a:latin typeface="Arial"/>
              </a:rPr>
              <a:t>So sánh nhóm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3481" y="3659647"/>
            <a:ext cx="4806696" cy="1330452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89915" y="3766327"/>
            <a:ext cx="4412904" cy="107644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 dirty="0" err="1">
                <a:solidFill>
                  <a:srgbClr val="6F8B76"/>
                </a:solidFill>
                <a:latin typeface="Arial"/>
              </a:rPr>
              <a:t>Kiểm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tra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phân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phối</a:t>
            </a:r>
            <a:endParaRPr lang="en-US" sz="2400" b="1" i="0" dirty="0">
              <a:solidFill>
                <a:srgbClr val="6F8B76"/>
              </a:solidFill>
              <a:latin typeface="Arial"/>
            </a:endParaRPr>
          </a:p>
          <a:p>
            <a:pPr algn="l">
              <a:lnSpc>
                <a:spcPct val="150000"/>
              </a:lnSpc>
            </a:pPr>
            <a:r>
              <a:rPr lang="en-US" sz="2200" dirty="0">
                <a:latin typeface="Arial"/>
              </a:rPr>
              <a:t>Shapiro-Wilk</a:t>
            </a:r>
            <a:endParaRPr sz="2200" i="0" dirty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173480" y="5105401"/>
            <a:ext cx="4806696" cy="1104899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5400" y="5067300"/>
            <a:ext cx="4806696" cy="10441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 dirty="0" err="1">
                <a:solidFill>
                  <a:srgbClr val="6F8B76"/>
                </a:solidFill>
                <a:latin typeface="Arial"/>
              </a:rPr>
              <a:t>Phân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phối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chuẩn</a:t>
            </a:r>
            <a:endParaRPr lang="en-US" sz="2400" b="1" i="0" dirty="0">
              <a:solidFill>
                <a:srgbClr val="6F8B76"/>
              </a:solidFill>
              <a:latin typeface="Arial"/>
            </a:endParaRPr>
          </a:p>
          <a:p>
            <a:pPr algn="l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Trung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bình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± </a:t>
            </a:r>
            <a:r>
              <a:rPr lang="en-US" sz="2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</a:t>
            </a:r>
            <a:r>
              <a:rPr lang="en-US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lệch</a:t>
            </a:r>
            <a:r>
              <a:rPr lang="en-US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chuẩn</a:t>
            </a:r>
            <a:r>
              <a:rPr lang="en-US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US" sz="2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tuổi</a:t>
            </a:r>
            <a:r>
              <a:rPr lang="en-US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sz="2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153668" y="6365384"/>
            <a:ext cx="4846320" cy="1445116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16736" y="6456824"/>
            <a:ext cx="4846320" cy="12680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 dirty="0" err="1">
                <a:solidFill>
                  <a:srgbClr val="6F8B76"/>
                </a:solidFill>
                <a:latin typeface="Arial"/>
              </a:rPr>
              <a:t>Phân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phối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lệch</a:t>
            </a:r>
            <a:endParaRPr lang="en-US" sz="2400" b="1" i="0" dirty="0">
              <a:solidFill>
                <a:srgbClr val="6F8B76"/>
              </a:solidFill>
              <a:latin typeface="Arial"/>
            </a:endParaRPr>
          </a:p>
          <a:p>
            <a:pPr algn="l"/>
            <a:r>
              <a:rPr lang="en-US" sz="2200" dirty="0">
                <a:latin typeface="Arial"/>
              </a:rPr>
              <a:t>Trung </a:t>
            </a:r>
            <a:r>
              <a:rPr lang="en-US" sz="2200" dirty="0" err="1">
                <a:latin typeface="Arial"/>
              </a:rPr>
              <a:t>vị</a:t>
            </a:r>
            <a:r>
              <a:rPr lang="en-US" sz="2200" dirty="0">
                <a:latin typeface="Arial"/>
              </a:rPr>
              <a:t>, </a:t>
            </a:r>
            <a:r>
              <a:rPr lang="en-US" sz="2200" dirty="0" err="1">
                <a:latin typeface="Arial"/>
              </a:rPr>
              <a:t>khoảng</a:t>
            </a:r>
            <a:r>
              <a:rPr lang="en-US" sz="2200" dirty="0">
                <a:latin typeface="Arial"/>
              </a:rPr>
              <a:t> </a:t>
            </a:r>
            <a:r>
              <a:rPr lang="en-US" sz="2200" dirty="0" err="1">
                <a:latin typeface="Arial"/>
              </a:rPr>
              <a:t>tứ</a:t>
            </a:r>
            <a:r>
              <a:rPr lang="en-US" sz="2200" dirty="0">
                <a:latin typeface="Arial"/>
              </a:rPr>
              <a:t> </a:t>
            </a:r>
            <a:r>
              <a:rPr lang="en-US" sz="2200" dirty="0" err="1">
                <a:latin typeface="Arial"/>
              </a:rPr>
              <a:t>phân</a:t>
            </a:r>
            <a:r>
              <a:rPr lang="en-US" sz="2200" dirty="0">
                <a:latin typeface="Arial"/>
              </a:rPr>
              <a:t> </a:t>
            </a:r>
            <a:r>
              <a:rPr lang="en-US" sz="2200" dirty="0" err="1">
                <a:latin typeface="Arial"/>
              </a:rPr>
              <a:t>vị</a:t>
            </a:r>
            <a:r>
              <a:rPr lang="en-US" sz="2200" dirty="0">
                <a:latin typeface="Arial"/>
              </a:rPr>
              <a:t> (AST, ALT, AFP)</a:t>
            </a:r>
            <a:endParaRPr sz="2200" i="0" dirty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133856" y="7962900"/>
            <a:ext cx="4846320" cy="1445116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16736" y="8039100"/>
            <a:ext cx="4480560" cy="12680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 dirty="0" err="1">
                <a:solidFill>
                  <a:srgbClr val="6F8B76"/>
                </a:solidFill>
                <a:latin typeface="Arial"/>
              </a:rPr>
              <a:t>Biến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định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tính</a:t>
            </a:r>
            <a:endParaRPr lang="en-US" sz="2400" b="1" i="0" dirty="0">
              <a:solidFill>
                <a:srgbClr val="6F8B76"/>
              </a:solidFill>
              <a:latin typeface="Arial"/>
            </a:endParaRPr>
          </a:p>
          <a:p>
            <a:r>
              <a:rPr lang="vi-VN" sz="2200" dirty="0">
                <a:solidFill>
                  <a:srgbClr val="2A2A2A"/>
                </a:solidFill>
                <a:latin typeface="Arial"/>
              </a:rPr>
              <a:t>Tần số, tỷ lệ % (giới, HBeAg, nhóm HBV-DNA, mức xơ hóa)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11696" y="3703320"/>
            <a:ext cx="4846320" cy="1417320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97040" y="3695700"/>
            <a:ext cx="4709160" cy="12680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 dirty="0" err="1">
                <a:solidFill>
                  <a:srgbClr val="6F8B76"/>
                </a:solidFill>
                <a:latin typeface="Arial"/>
              </a:rPr>
              <a:t>Hệ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số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tương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quan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Spearman (r)</a:t>
            </a:r>
            <a:endParaRPr lang="en-US" sz="2400" b="1" i="0" dirty="0">
              <a:solidFill>
                <a:srgbClr val="6F8B76"/>
              </a:solidFill>
              <a:latin typeface="Arial"/>
            </a:endParaRPr>
          </a:p>
          <a:p>
            <a:r>
              <a:rPr lang="en-US" sz="2200" dirty="0" err="1">
                <a:solidFill>
                  <a:srgbClr val="2A2A2A"/>
                </a:solidFill>
                <a:latin typeface="Arial"/>
              </a:rPr>
              <a:t>Tuổi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, AST, ALT, AFP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với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độ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cứng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gan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(LSM)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7664" y="5303520"/>
            <a:ext cx="4846320" cy="785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 dirty="0">
                <a:solidFill>
                  <a:srgbClr val="2A2A2A"/>
                </a:solidFill>
                <a:latin typeface="Arial"/>
              </a:rPr>
              <a:t>r &gt; 0: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tương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quan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thuận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
r &lt; 0: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tương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quan</a:t>
            </a:r>
            <a:r>
              <a:rPr sz="24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2A2A2A"/>
                </a:solidFill>
                <a:latin typeface="Arial"/>
              </a:rPr>
              <a:t>nghịch</a:t>
            </a:r>
            <a:endParaRPr sz="24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711696" y="6344412"/>
            <a:ext cx="4846320" cy="621792"/>
          </a:xfrm>
          <a:prstGeom prst="roundRect">
            <a:avLst>
              <a:gd name="adj" fmla="val 20000"/>
            </a:avLst>
          </a:prstGeom>
          <a:solidFill>
            <a:srgbClr val="E4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94576" y="6344412"/>
            <a:ext cx="237744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415D4B"/>
                </a:solidFill>
                <a:latin typeface="Arial"/>
              </a:rPr>
              <a:t>|r| &lt; 0,3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296" y="6344412"/>
            <a:ext cx="21945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0" i="0" dirty="0" err="1">
                <a:solidFill>
                  <a:srgbClr val="415D4B"/>
                </a:solidFill>
                <a:latin typeface="Arial"/>
              </a:rPr>
              <a:t>tương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quan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yếu</a:t>
            </a:r>
            <a:endParaRPr sz="2000" b="0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711696" y="7057644"/>
            <a:ext cx="4846320" cy="621792"/>
          </a:xfrm>
          <a:prstGeom prst="roundRect">
            <a:avLst>
              <a:gd name="adj" fmla="val 20000"/>
            </a:avLst>
          </a:prstGeom>
          <a:solidFill>
            <a:srgbClr val="B9C7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94576" y="7198947"/>
            <a:ext cx="237744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000" b="1" dirty="0">
                <a:solidFill>
                  <a:srgbClr val="415D4B"/>
                </a:solidFill>
                <a:latin typeface="Arial"/>
              </a:rPr>
              <a:t>|r| = </a:t>
            </a:r>
            <a:r>
              <a:rPr sz="2000" b="1" i="0" dirty="0">
                <a:solidFill>
                  <a:srgbClr val="415D4B"/>
                </a:solidFill>
                <a:latin typeface="Arial"/>
              </a:rPr>
              <a:t>0,3 - &lt; 0,5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6296" y="7057644"/>
            <a:ext cx="21945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0" i="0" dirty="0" err="1">
                <a:solidFill>
                  <a:srgbClr val="415D4B"/>
                </a:solidFill>
                <a:latin typeface="Arial"/>
              </a:rPr>
              <a:t>tương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quan</a:t>
            </a:r>
            <a:r>
              <a:rPr sz="20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15D4B"/>
                </a:solidFill>
                <a:latin typeface="Arial"/>
              </a:rPr>
              <a:t>vừa</a:t>
            </a:r>
            <a:endParaRPr sz="2000" b="0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711696" y="7770876"/>
            <a:ext cx="4846320" cy="621792"/>
          </a:xfrm>
          <a:prstGeom prst="roundRect">
            <a:avLst>
              <a:gd name="adj" fmla="val 20000"/>
            </a:avLst>
          </a:prstGeom>
          <a:solidFill>
            <a:srgbClr val="8EA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94576" y="7909417"/>
            <a:ext cx="237744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/>
              </a:rPr>
              <a:t>|r| = </a:t>
            </a:r>
            <a:r>
              <a:rPr sz="2000" b="1" i="0" dirty="0">
                <a:solidFill>
                  <a:schemeClr val="bg1"/>
                </a:solidFill>
                <a:latin typeface="Arial"/>
              </a:rPr>
              <a:t>0,5 - &lt; 0,7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296" y="7770876"/>
            <a:ext cx="21945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tương quan khá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11696" y="8484108"/>
            <a:ext cx="4846320" cy="621792"/>
          </a:xfrm>
          <a:prstGeom prst="roundRect">
            <a:avLst>
              <a:gd name="adj" fmla="val 2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94576" y="8622649"/>
            <a:ext cx="237744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/>
              </a:rPr>
              <a:t>|r|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≥</a:t>
            </a:r>
            <a:r>
              <a:rPr lang="en-US" sz="20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 0,7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6296" y="8484108"/>
            <a:ext cx="21945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tương quan chặt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289536" y="3703320"/>
            <a:ext cx="4846320" cy="1051560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472416" y="3619500"/>
            <a:ext cx="4480560" cy="103598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 dirty="0">
                <a:solidFill>
                  <a:srgbClr val="6F8B76"/>
                </a:solidFill>
                <a:latin typeface="Arial"/>
              </a:rPr>
              <a:t>LSM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theo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giới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,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HBeAg</a:t>
            </a:r>
            <a:endParaRPr lang="en-US" sz="2400" b="1" i="0" dirty="0">
              <a:solidFill>
                <a:srgbClr val="6F8B76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A2A2A"/>
                </a:solidFill>
                <a:latin typeface="Arial"/>
              </a:rPr>
              <a:t>Mann-Whitney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289536" y="4916841"/>
            <a:ext cx="4846320" cy="1750659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472416" y="4991100"/>
            <a:ext cx="4709160" cy="16065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 dirty="0">
                <a:solidFill>
                  <a:srgbClr val="6F8B76"/>
                </a:solidFill>
                <a:latin typeface="Arial"/>
              </a:rPr>
              <a:t>LSM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theo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3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mức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HBV-DNA</a:t>
            </a:r>
            <a:endParaRPr lang="en-US" sz="2400" b="1" i="0" dirty="0">
              <a:solidFill>
                <a:srgbClr val="6F8B76"/>
              </a:solidFill>
              <a:latin typeface="Arial"/>
            </a:endParaRPr>
          </a:p>
          <a:p>
            <a:r>
              <a:rPr lang="en-US" sz="2200" dirty="0">
                <a:solidFill>
                  <a:srgbClr val="2A2A2A"/>
                </a:solidFill>
                <a:latin typeface="Arial"/>
              </a:rPr>
              <a:t>Kruskal-Wallis; so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sánh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từng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cặp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: Mann-Whitney,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hiệu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chỉnh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Bonferroni (</a:t>
            </a:r>
            <a:r>
              <a:rPr lang="el-GR" sz="2200" dirty="0">
                <a:solidFill>
                  <a:srgbClr val="2A2A2A"/>
                </a:solidFill>
                <a:latin typeface="Arial"/>
              </a:rPr>
              <a:t>α = 0,0167)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289536" y="6829461"/>
            <a:ext cx="4844796" cy="981039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500849" y="6743700"/>
            <a:ext cx="4480560" cy="103598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 dirty="0">
                <a:solidFill>
                  <a:srgbClr val="6F8B76"/>
                </a:solidFill>
                <a:latin typeface="Arial"/>
              </a:rPr>
              <a:t>HBV-DNA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theo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HBeAg</a:t>
            </a:r>
            <a:endParaRPr lang="en-US" sz="2400" b="1" i="0" dirty="0">
              <a:solidFill>
                <a:srgbClr val="6F8B76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A2A2A"/>
                </a:solidFill>
                <a:latin typeface="Arial"/>
              </a:rPr>
              <a:t>Chi-square Pearson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289536" y="7941650"/>
            <a:ext cx="4846320" cy="1551644"/>
          </a:xfrm>
          <a:prstGeom prst="roundRect">
            <a:avLst>
              <a:gd name="adj" fmla="val 12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2472416" y="7886700"/>
            <a:ext cx="4663440" cy="16065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 dirty="0">
                <a:solidFill>
                  <a:srgbClr val="6F8B76"/>
                </a:solidFill>
                <a:latin typeface="Arial"/>
              </a:rPr>
              <a:t>F0 - F1 so </a:t>
            </a:r>
            <a:r>
              <a:rPr sz="2400" b="1" i="0" dirty="0" err="1">
                <a:solidFill>
                  <a:srgbClr val="6F8B76"/>
                </a:solidFill>
                <a:latin typeface="Arial"/>
              </a:rPr>
              <a:t>với</a:t>
            </a:r>
            <a:r>
              <a:rPr sz="2400" b="1" i="0" dirty="0">
                <a:solidFill>
                  <a:srgbClr val="6F8B76"/>
                </a:solidFill>
                <a:latin typeface="Arial"/>
              </a:rPr>
              <a:t> ≥F2</a:t>
            </a:r>
            <a:endParaRPr lang="en-US" sz="2400" b="1" i="0" dirty="0">
              <a:solidFill>
                <a:srgbClr val="6F8B76"/>
              </a:solidFill>
              <a:latin typeface="Arial"/>
            </a:endParaRPr>
          </a:p>
          <a:p>
            <a:r>
              <a:rPr lang="en-US" sz="2200" dirty="0" err="1">
                <a:solidFill>
                  <a:srgbClr val="2A2A2A"/>
                </a:solidFill>
                <a:latin typeface="Arial"/>
              </a:rPr>
              <a:t>Tuổi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: t-test; AST, ALT, AFP: Mann-Whitney;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giới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,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HBeAg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, HBV-DNA: Chi-square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184663B-345F-D145-3171-C746A7BE7436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69" name="Rounded Rectangle 4">
            <a:extLst>
              <a:ext uri="{FF2B5EF4-FFF2-40B4-BE49-F238E27FC236}">
                <a16:creationId xmlns:a16="http://schemas.microsoft.com/office/drawing/2014/main" id="{63DC8EE7-3764-7040-7ACB-56A0C19CDDE2}"/>
              </a:ext>
            </a:extLst>
          </p:cNvPr>
          <p:cNvSpPr/>
          <p:nvPr/>
        </p:nvSpPr>
        <p:spPr>
          <a:xfrm>
            <a:off x="4904486" y="1685544"/>
            <a:ext cx="11637010" cy="621792"/>
          </a:xfrm>
          <a:prstGeom prst="roundRect">
            <a:avLst>
              <a:gd name="adj" fmla="val 3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8D08F3-4A26-A478-0E51-6E0BCA2DA177}"/>
              </a:ext>
            </a:extLst>
          </p:cNvPr>
          <p:cNvSpPr txBox="1"/>
          <p:nvPr/>
        </p:nvSpPr>
        <p:spPr>
          <a:xfrm>
            <a:off x="5344399" y="1756928"/>
            <a:ext cx="11637010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Arial"/>
              </a:rPr>
              <a:t>MỤC TIÊU 1</a:t>
            </a:r>
            <a:r>
              <a:rPr lang="en-US" sz="2600" b="1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Mối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liên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quan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giữa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các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chỉ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số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sinh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học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xơ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hóa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gan</a:t>
            </a:r>
            <a:endParaRPr sz="2600" b="1" i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752" y="-566928"/>
            <a:ext cx="5715000" cy="3813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722376"/>
            <a:ext cx="13341096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 i="0">
                <a:solidFill>
                  <a:srgbClr val="415D4B"/>
                </a:solidFill>
                <a:latin typeface="Arial"/>
              </a:rPr>
              <a:t>PHƯƠNG PHÁP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1719072"/>
            <a:ext cx="3663696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 err="1">
                <a:solidFill>
                  <a:srgbClr val="415D4B"/>
                </a:solidFill>
                <a:latin typeface="Arial"/>
              </a:rPr>
              <a:t>Phân</a:t>
            </a:r>
            <a:r>
              <a:rPr sz="28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415D4B"/>
                </a:solidFill>
                <a:latin typeface="Arial"/>
              </a:rPr>
              <a:t>tích</a:t>
            </a:r>
            <a:r>
              <a:rPr sz="28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415D4B"/>
                </a:solidFill>
                <a:latin typeface="Arial"/>
              </a:rPr>
              <a:t>thống</a:t>
            </a:r>
            <a:r>
              <a:rPr sz="28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415D4B"/>
                </a:solidFill>
                <a:latin typeface="Arial"/>
              </a:rPr>
              <a:t>kê</a:t>
            </a:r>
            <a:endParaRPr sz="28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05256" y="251460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5256" y="2514600"/>
            <a:ext cx="5303520" cy="109728"/>
          </a:xfrm>
          <a:prstGeom prst="roundRect">
            <a:avLst>
              <a:gd name="adj" fmla="val 50000"/>
            </a:avLst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788920"/>
            <a:ext cx="594360" cy="594360"/>
          </a:xfrm>
          <a:prstGeom prst="ellipse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5376" y="2872150"/>
            <a:ext cx="4160520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 err="1">
                <a:solidFill>
                  <a:srgbClr val="415D4B"/>
                </a:solidFill>
                <a:latin typeface="Arial"/>
              </a:rPr>
              <a:t>Hồi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quy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đơn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biến</a:t>
            </a:r>
            <a:endParaRPr sz="26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3856" y="3532441"/>
            <a:ext cx="4846320" cy="98982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 defTabSz="1097280">
              <a:lnSpc>
                <a:spcPct val="150000"/>
              </a:lnSpc>
            </a:pPr>
            <a:r>
              <a:rPr sz="2200" b="0" i="0" dirty="0" err="1">
                <a:solidFill>
                  <a:srgbClr val="2A2A2A"/>
                </a:solidFill>
                <a:latin typeface="Arial"/>
              </a:rPr>
              <a:t>Kết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quả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OR, KTC 95%, p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.</a:t>
            </a:r>
            <a:endParaRPr lang="en-US" sz="2200" b="0" i="0" dirty="0">
              <a:solidFill>
                <a:srgbClr val="2A2A2A"/>
              </a:solidFill>
              <a:latin typeface="Arial"/>
            </a:endParaRPr>
          </a:p>
          <a:p>
            <a:pPr algn="just" defTabSz="1097280">
              <a:lnSpc>
                <a:spcPct val="150000"/>
              </a:lnSpc>
            </a:pPr>
            <a:endParaRPr sz="22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6190488" y="4069080"/>
            <a:ext cx="310896" cy="365760"/>
          </a:xfrm>
          <a:prstGeom prst="rightArrow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83096" y="251460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83096" y="2514600"/>
            <a:ext cx="5303520" cy="109728"/>
          </a:xfrm>
          <a:prstGeom prst="roundRect">
            <a:avLst>
              <a:gd name="adj" fmla="val 50000"/>
            </a:avLst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11696" y="2788920"/>
            <a:ext cx="594360" cy="594360"/>
          </a:xfrm>
          <a:prstGeom prst="ellipse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2872150"/>
            <a:ext cx="4160520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 err="1">
                <a:solidFill>
                  <a:srgbClr val="415D4B"/>
                </a:solidFill>
                <a:latin typeface="Arial"/>
              </a:rPr>
              <a:t>Đa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cộng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tuyến</a:t>
            </a:r>
            <a:endParaRPr sz="26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11696" y="3390900"/>
            <a:ext cx="4846320" cy="98982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 err="1">
                <a:solidFill>
                  <a:srgbClr val="2A2A2A"/>
                </a:solidFill>
                <a:latin typeface="Arial"/>
              </a:rPr>
              <a:t>Loại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các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biến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tương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quan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cao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với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200" dirty="0" err="1">
                <a:solidFill>
                  <a:srgbClr val="2A2A2A"/>
                </a:solidFill>
                <a:latin typeface="Arial"/>
              </a:rPr>
              <a:t>nhau</a:t>
            </a:r>
            <a:r>
              <a:rPr lang="en-US" sz="2200">
                <a:solidFill>
                  <a:srgbClr val="2A2A2A"/>
                </a:solidFill>
                <a:latin typeface="Arial"/>
              </a:rPr>
              <a:t>.</a:t>
            </a:r>
            <a:endParaRPr lang="en-US" sz="22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11768328" y="4069080"/>
            <a:ext cx="310896" cy="365760"/>
          </a:xfrm>
          <a:prstGeom prst="rightArrow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060936" y="251460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2060936" y="2514600"/>
            <a:ext cx="5303520" cy="109728"/>
          </a:xfrm>
          <a:prstGeom prst="roundRect">
            <a:avLst>
              <a:gd name="adj" fmla="val 50000"/>
            </a:avLst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289536" y="2788920"/>
            <a:ext cx="594360" cy="594360"/>
          </a:xfrm>
          <a:prstGeom prst="ellipse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21056" y="2872150"/>
            <a:ext cx="4160520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 err="1">
                <a:solidFill>
                  <a:srgbClr val="415D4B"/>
                </a:solidFill>
                <a:latin typeface="Arial"/>
              </a:rPr>
              <a:t>Hồi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quy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đa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biến</a:t>
            </a:r>
            <a:endParaRPr sz="26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289536" y="3520440"/>
            <a:ext cx="4846320" cy="20054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200" b="0" i="0" dirty="0" err="1">
                <a:solidFill>
                  <a:srgbClr val="2A2A2A"/>
                </a:solidFill>
                <a:latin typeface="Arial"/>
              </a:rPr>
              <a:t>Giữ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biến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p &lt; 0,05;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giới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tính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giữ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làm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biến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hiệu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chỉnh</a:t>
            </a:r>
            <a:r>
              <a:rPr lang="en-US" sz="2200" dirty="0">
                <a:solidFill>
                  <a:srgbClr val="2A2A2A"/>
                </a:solidFill>
                <a:latin typeface="Arial"/>
              </a:rPr>
              <a:t>.</a:t>
            </a:r>
            <a:endParaRPr lang="en-US" sz="2200" b="0" i="0" dirty="0">
              <a:solidFill>
                <a:srgbClr val="2A2A2A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sz="2200" b="0" i="0" dirty="0" err="1">
                <a:solidFill>
                  <a:srgbClr val="2A2A2A"/>
                </a:solidFill>
                <a:latin typeface="Arial"/>
              </a:rPr>
              <a:t>Từ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hệ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số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lập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phương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trình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logit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và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xác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suất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dự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đoán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" y="621792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5256" y="6217920"/>
            <a:ext cx="5303520" cy="109728"/>
          </a:xfrm>
          <a:prstGeom prst="roundRect">
            <a:avLst>
              <a:gd name="adj" fmla="val 50000"/>
            </a:avLst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33856" y="6492240"/>
            <a:ext cx="594360" cy="594360"/>
          </a:xfrm>
          <a:prstGeom prst="ellipse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5376" y="6575470"/>
            <a:ext cx="4160520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 err="1">
                <a:solidFill>
                  <a:srgbClr val="415D4B"/>
                </a:solidFill>
                <a:latin typeface="Arial"/>
              </a:rPr>
              <a:t>Khả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năng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phân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biệt</a:t>
            </a:r>
            <a:endParaRPr sz="26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33856" y="7223760"/>
            <a:ext cx="4846320" cy="20054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200" b="0" i="0" dirty="0">
                <a:solidFill>
                  <a:srgbClr val="2A2A2A"/>
                </a:solidFill>
                <a:latin typeface="Arial"/>
              </a:rPr>
              <a:t>ROC, AUC (KTC 95%)</a:t>
            </a:r>
            <a:r>
              <a:rPr lang="en-US" sz="2200" b="0" i="0" dirty="0">
                <a:solidFill>
                  <a:srgbClr val="2A2A2A"/>
                </a:solidFill>
                <a:latin typeface="Arial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sz="2200" b="0" i="0" dirty="0" err="1">
                <a:solidFill>
                  <a:srgbClr val="2A2A2A"/>
                </a:solidFill>
                <a:latin typeface="Arial"/>
              </a:rPr>
              <a:t>Điểm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cắt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tối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ưu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theo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Youden (J =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độ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nhạy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+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độ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đặc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hiệu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− 1)</a:t>
            </a:r>
            <a:r>
              <a:rPr lang="en-US" sz="2200" b="0" i="0" dirty="0">
                <a:solidFill>
                  <a:srgbClr val="2A2A2A"/>
                </a:solidFill>
                <a:latin typeface="Arial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200" dirty="0" err="1">
                <a:solidFill>
                  <a:srgbClr val="2A2A2A"/>
                </a:solidFill>
                <a:latin typeface="Arial"/>
              </a:rPr>
              <a:t>T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ính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độ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nhạy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,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độ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đặc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hiệu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, PPV, NPV.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190488" y="7772400"/>
            <a:ext cx="310896" cy="365760"/>
          </a:xfrm>
          <a:prstGeom prst="rightArrow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83096" y="621792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83096" y="6217920"/>
            <a:ext cx="5303520" cy="109728"/>
          </a:xfrm>
          <a:prstGeom prst="roundRect">
            <a:avLst>
              <a:gd name="adj" fmla="val 50000"/>
            </a:avLst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711696" y="6492240"/>
            <a:ext cx="594360" cy="594360"/>
          </a:xfrm>
          <a:prstGeom prst="ellipse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6575470"/>
            <a:ext cx="4160520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>
                <a:solidFill>
                  <a:srgbClr val="415D4B"/>
                </a:solidFill>
                <a:latin typeface="Arial"/>
              </a:rPr>
              <a:t>Hiệu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chỉnh</a:t>
            </a:r>
            <a:endParaRPr sz="26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11696" y="7223760"/>
            <a:ext cx="4846320" cy="20054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200" b="0" i="0" dirty="0" err="1">
                <a:solidFill>
                  <a:srgbClr val="2A2A2A"/>
                </a:solidFill>
                <a:latin typeface="Arial"/>
              </a:rPr>
              <a:t>Kiểm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định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Hosmer-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Lemeshow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và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biểu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đồ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hiệu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chỉnh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theo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10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nhóm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xác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suất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dự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đoán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, so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với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tỷ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lệ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≥F2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quan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sát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được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.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768328" y="7772400"/>
            <a:ext cx="310896" cy="365760"/>
          </a:xfrm>
          <a:prstGeom prst="rightArrow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2060936" y="621792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2060936" y="6217920"/>
            <a:ext cx="5303520" cy="109728"/>
          </a:xfrm>
          <a:prstGeom prst="roundRect">
            <a:avLst>
              <a:gd name="adj" fmla="val 50000"/>
            </a:avLst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2289536" y="6492240"/>
            <a:ext cx="594360" cy="594360"/>
          </a:xfrm>
          <a:prstGeom prst="ellipse">
            <a:avLst/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21056" y="6575470"/>
            <a:ext cx="4160520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 err="1">
                <a:solidFill>
                  <a:srgbClr val="415D4B"/>
                </a:solidFill>
                <a:latin typeface="Arial"/>
              </a:rPr>
              <a:t>Nội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kiểm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bootstrap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89536" y="7223760"/>
            <a:ext cx="4846320" cy="20054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200" b="0" i="0" dirty="0">
                <a:solidFill>
                  <a:srgbClr val="2A2A2A"/>
                </a:solidFill>
                <a:latin typeface="Arial"/>
              </a:rPr>
              <a:t>1.000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lần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lấy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mẫu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lặp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lại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: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ước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lượng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mức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lạc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quan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(optimism)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của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AUC</a:t>
            </a:r>
            <a:r>
              <a:rPr lang="en-US" sz="2200" b="0" i="0" dirty="0">
                <a:solidFill>
                  <a:srgbClr val="2A2A2A"/>
                </a:solidFill>
                <a:latin typeface="Arial"/>
              </a:rPr>
              <a:t>.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AUC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sau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hiệu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chỉnh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= AUC −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mức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lạc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A2A2A"/>
                </a:solidFill>
                <a:latin typeface="Arial"/>
              </a:rPr>
              <a:t>quan</a:t>
            </a:r>
            <a:r>
              <a:rPr sz="2200" b="0" i="0" dirty="0">
                <a:solidFill>
                  <a:srgbClr val="2A2A2A"/>
                </a:solidFill>
                <a:latin typeface="Arial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9857232"/>
            <a:ext cx="164592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0" i="1" dirty="0" err="1">
                <a:solidFill>
                  <a:srgbClr val="2A2A2A"/>
                </a:solidFill>
                <a:latin typeface="Arial"/>
              </a:rPr>
              <a:t>Mô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hình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cuối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cùng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được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nội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kiểm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trên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toàn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bộ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mẫu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nghiên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cứu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(n = 310).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Mức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ý </a:t>
            </a:r>
            <a:r>
              <a:rPr sz="1600" b="0" i="1" dirty="0" err="1">
                <a:solidFill>
                  <a:srgbClr val="2A2A2A"/>
                </a:solidFill>
                <a:latin typeface="Arial"/>
              </a:rPr>
              <a:t>nghĩa</a:t>
            </a:r>
            <a:r>
              <a:rPr sz="1600" b="0" i="1" dirty="0">
                <a:solidFill>
                  <a:srgbClr val="2A2A2A"/>
                </a:solidFill>
                <a:latin typeface="Arial"/>
              </a:rPr>
              <a:t> α = 0,05</a:t>
            </a:r>
            <a:r>
              <a:rPr sz="1400" b="0" i="1" dirty="0">
                <a:solidFill>
                  <a:srgbClr val="2A2A2A"/>
                </a:solidFill>
                <a:latin typeface="Arial"/>
              </a:rPr>
              <a:t>.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B19E136-ED09-9669-E995-4B6F62636787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55" name="Rounded Rectangle 26">
            <a:extLst>
              <a:ext uri="{FF2B5EF4-FFF2-40B4-BE49-F238E27FC236}">
                <a16:creationId xmlns:a16="http://schemas.microsoft.com/office/drawing/2014/main" id="{2430030C-F625-17A6-677E-D109F1514C03}"/>
              </a:ext>
            </a:extLst>
          </p:cNvPr>
          <p:cNvSpPr/>
          <p:nvPr/>
        </p:nvSpPr>
        <p:spPr>
          <a:xfrm>
            <a:off x="4946189" y="1648718"/>
            <a:ext cx="11557001" cy="649224"/>
          </a:xfrm>
          <a:prstGeom prst="roundRect">
            <a:avLst>
              <a:gd name="adj" fmla="val 30000"/>
            </a:avLst>
          </a:prstGeom>
          <a:solidFill>
            <a:srgbClr val="6B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DA8AF6-30E5-6528-6322-95449B155631}"/>
              </a:ext>
            </a:extLst>
          </p:cNvPr>
          <p:cNvSpPr txBox="1"/>
          <p:nvPr/>
        </p:nvSpPr>
        <p:spPr>
          <a:xfrm>
            <a:off x="5501836" y="1747438"/>
            <a:ext cx="11557000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Arial"/>
              </a:rPr>
              <a:t>MỤC TIÊU 2</a:t>
            </a:r>
            <a:r>
              <a:rPr lang="en-US" sz="2600" b="1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Xây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dựng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mô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hình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kết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hợp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dự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đoán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xơ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hóa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Arial"/>
              </a:rPr>
              <a:t>gan</a:t>
            </a:r>
            <a:r>
              <a:rPr sz="2600" b="1" i="0" dirty="0">
                <a:solidFill>
                  <a:srgbClr val="FFFFFF"/>
                </a:solidFill>
                <a:latin typeface="Arial"/>
              </a:rPr>
              <a:t> ≥F2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9EF30C00-43D2-B70B-40DC-39B422C6DFF3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173963E-7521-89AC-421E-F6A8009E7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415720"/>
              </p:ext>
            </p:extLst>
          </p:nvPr>
        </p:nvGraphicFramePr>
        <p:xfrm>
          <a:off x="457200" y="2628900"/>
          <a:ext cx="8534400" cy="6934194"/>
        </p:xfrm>
        <a:graphic>
          <a:graphicData uri="http://schemas.openxmlformats.org/drawingml/2006/table">
            <a:tbl>
              <a:tblPr firstRow="1" firstCol="1" bandRow="1"/>
              <a:tblGrid>
                <a:gridCol w="5181600">
                  <a:extLst>
                    <a:ext uri="{9D8B030D-6E8A-4147-A177-3AD203B41FA5}">
                      <a16:colId xmlns:a16="http://schemas.microsoft.com/office/drawing/2014/main" val="336167686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192587672"/>
                    </a:ext>
                  </a:extLst>
                </a:gridCol>
              </a:tblGrid>
              <a:tr h="8468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Biến</a:t>
                      </a: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kern="1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số</a:t>
                      </a:r>
                      <a:endParaRPr lang="en-US" sz="2400" kern="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kern="1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trị</a:t>
                      </a:r>
                      <a:endParaRPr lang="en-US" sz="2400" kern="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291124"/>
                  </a:ext>
                </a:extLst>
              </a:tr>
              <a:tr h="859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Tuổi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năm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44,5 ± 12,7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6571"/>
                  </a:ext>
                </a:extLst>
              </a:tr>
              <a:tr h="8468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Giới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nam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n (%)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180 (58,1)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709437"/>
                  </a:ext>
                </a:extLst>
              </a:tr>
              <a:tr h="8468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AST (U/L)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25,5 (21 - 32)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855670"/>
                  </a:ext>
                </a:extLst>
              </a:tr>
              <a:tr h="8468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ALT (U/L)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28 (21 - 45)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00529"/>
                  </a:ext>
                </a:extLst>
              </a:tr>
              <a:tr h="8468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AFP (IU/mL)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1,84 (1,32 - 2,54)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450930"/>
                  </a:ext>
                </a:extLst>
              </a:tr>
              <a:tr h="8468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LSM (kPa)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5,1 (4,29 - 6,67)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951742"/>
                  </a:ext>
                </a:extLst>
              </a:tr>
              <a:tr h="994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Xơ hóa gan đáng kể (≥F2), n (%)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71 (22,9)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50836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E536CA-2387-BDC9-872A-3642F3BA4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483673"/>
              </p:ext>
            </p:extLst>
          </p:nvPr>
        </p:nvGraphicFramePr>
        <p:xfrm>
          <a:off x="9295263" y="2628900"/>
          <a:ext cx="8534400" cy="6934194"/>
        </p:xfrm>
        <a:graphic>
          <a:graphicData uri="http://schemas.openxmlformats.org/drawingml/2006/table">
            <a:tbl>
              <a:tblPr firstRow="1" firstCol="1" bandRow="1"/>
              <a:tblGrid>
                <a:gridCol w="5868537">
                  <a:extLst>
                    <a:ext uri="{9D8B030D-6E8A-4147-A177-3AD203B41FA5}">
                      <a16:colId xmlns:a16="http://schemas.microsoft.com/office/drawing/2014/main" val="3361676865"/>
                    </a:ext>
                  </a:extLst>
                </a:gridCol>
                <a:gridCol w="2665863">
                  <a:extLst>
                    <a:ext uri="{9D8B030D-6E8A-4147-A177-3AD203B41FA5}">
                      <a16:colId xmlns:a16="http://schemas.microsoft.com/office/drawing/2014/main" val="1192587672"/>
                    </a:ext>
                  </a:extLst>
                </a:gridCol>
              </a:tblGrid>
              <a:tr h="8757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Biến</a:t>
                      </a: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kern="1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số</a:t>
                      </a:r>
                      <a:endParaRPr lang="en-US" sz="2400" kern="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2400" b="1" kern="1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kern="1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trị</a:t>
                      </a:r>
                      <a:endParaRPr lang="en-US" sz="2400" kern="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291124"/>
                  </a:ext>
                </a:extLst>
              </a:tr>
              <a:tr h="1220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HBeAg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âm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n (%)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253 (81,6)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6571"/>
                  </a:ext>
                </a:extLst>
              </a:tr>
              <a:tr h="12025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HBeAg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dương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n (%)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57 (18,4)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709437"/>
                  </a:ext>
                </a:extLst>
              </a:tr>
              <a:tr h="12119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HBV-DNA </a:t>
                      </a: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âm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tính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/ </a:t>
                      </a: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dưới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kern="100" dirty="0" err="1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ngưỡng</a:t>
                      </a: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n (%)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163 (52,6)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855670"/>
                  </a:ext>
                </a:extLst>
              </a:tr>
              <a:tr h="12119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HBV-DNA 100-&lt;20.000 IU/mL, n (%)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88 (28,4)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00529"/>
                  </a:ext>
                </a:extLst>
              </a:tr>
              <a:tr h="12119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HBV-DNA ≥20.000 IU/mL, n (%)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415D4B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59 (19)</a:t>
                      </a:r>
                    </a:p>
                  </a:txBody>
                  <a:tcPr marL="175811" marR="175811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450930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FCA2D0-83D6-8F39-F354-0AA83AB8C25F}"/>
              </a:ext>
            </a:extLst>
          </p:cNvPr>
          <p:cNvSpPr/>
          <p:nvPr/>
        </p:nvSpPr>
        <p:spPr>
          <a:xfrm>
            <a:off x="3981450" y="1676430"/>
            <a:ext cx="10325100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 = 310)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20F84-8CAB-87C9-7B08-084007CB5E59}"/>
              </a:ext>
            </a:extLst>
          </p:cNvPr>
          <p:cNvSpPr txBox="1"/>
          <p:nvPr/>
        </p:nvSpPr>
        <p:spPr>
          <a:xfrm>
            <a:off x="228600" y="9624123"/>
            <a:ext cx="1828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Tuổi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bình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±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lệch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; AST, ALT, AFP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LSM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tứ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n(%).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2A3475-C222-AD2B-1B31-34C125E063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A008D98-DE1A-F08A-FDC8-51A4B705C792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05951-C619-2336-76EA-BA1F8955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8499A9D9-5BBC-65AA-E1C0-2542831D60AE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7E1197-6003-0C37-2352-A87C185A5CBA}"/>
              </a:ext>
            </a:extLst>
          </p:cNvPr>
          <p:cNvSpPr/>
          <p:nvPr/>
        </p:nvSpPr>
        <p:spPr>
          <a:xfrm>
            <a:off x="4648200" y="1676430"/>
            <a:ext cx="9048750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(LSM)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C1906-CD4B-00C4-A39B-751A81F1ADE6}"/>
              </a:ext>
            </a:extLst>
          </p:cNvPr>
          <p:cNvSpPr txBox="1"/>
          <p:nvPr/>
        </p:nvSpPr>
        <p:spPr>
          <a:xfrm>
            <a:off x="2819400" y="8796225"/>
            <a:ext cx="13121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1600" i="1" dirty="0">
                <a:solidFill>
                  <a:srgbClr val="2A2A2A"/>
                </a:solidFill>
                <a:latin typeface="Arial"/>
              </a:rPr>
              <a:t>r: hệ số tương quan Spearman (càng gần 1, hai yếu tố càng liên quan chặt). LSM: độ cứng gan đo bằng FibroScan, đơn vị kPa.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F34595-4EFC-A9C4-CF00-C186C795F9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52B0B5-073F-82FB-476A-343F195D7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431275"/>
              </p:ext>
            </p:extLst>
          </p:nvPr>
        </p:nvGraphicFramePr>
        <p:xfrm>
          <a:off x="3566160" y="2938848"/>
          <a:ext cx="111556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11026213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31608742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1995639795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endParaRPr sz="24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tương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(r)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 trị p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774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AST (U/L)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0,321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00383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 (U/L)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0,354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19669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AFP (IU/mL)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0,183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40782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Tuổi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0,113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0,047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474159"/>
                  </a:ext>
                </a:extLst>
              </a:tr>
            </a:tbl>
          </a:graphicData>
        </a:graphic>
      </p:graphicFrame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09DB25B4-76E1-3028-FDDA-09D0CF25F93B}"/>
              </a:ext>
            </a:extLst>
          </p:cNvPr>
          <p:cNvSpPr/>
          <p:nvPr/>
        </p:nvSpPr>
        <p:spPr>
          <a:xfrm>
            <a:off x="1981200" y="9280762"/>
            <a:ext cx="14325600" cy="8103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9572E-DC60-2851-35E2-2CDC422D6502}"/>
              </a:ext>
            </a:extLst>
          </p:cNvPr>
          <p:cNvSpPr txBox="1"/>
          <p:nvPr/>
        </p:nvSpPr>
        <p:spPr>
          <a:xfrm>
            <a:off x="2262386" y="9509521"/>
            <a:ext cx="13913682" cy="39780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 dirty="0">
                <a:solidFill>
                  <a:srgbClr val="415D4B"/>
                </a:solidFill>
                <a:latin typeface="Arial"/>
              </a:rPr>
              <a:t>AST, ALT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AFP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càng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cao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thì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độ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cứng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gan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(LSM)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càng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cao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; ALT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có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tương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quan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cao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nhất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(r = 0,354).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8848C3-BBFB-EB36-714A-F32C3FAEA515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2488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86F15-FD9E-C1CF-F5FB-683DEE30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84D9BD2A-BF4B-493A-8E7D-22CE4AE8E1C1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EB65A8-83A5-3F97-8498-C2196AB4AC14}"/>
              </a:ext>
            </a:extLst>
          </p:cNvPr>
          <p:cNvSpPr/>
          <p:nvPr/>
        </p:nvSpPr>
        <p:spPr>
          <a:xfrm>
            <a:off x="3981450" y="1676430"/>
            <a:ext cx="10325100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415D4B"/>
                </a:solidFill>
                <a:latin typeface="Arial"/>
              </a:rPr>
              <a:t>(LSM) </a:t>
            </a:r>
            <a:r>
              <a:rPr lang="en-US" sz="2800" b="1" dirty="0" err="1">
                <a:solidFill>
                  <a:srgbClr val="415D4B"/>
                </a:solidFill>
                <a:latin typeface="Arial"/>
              </a:rPr>
              <a:t>theo</a:t>
            </a:r>
            <a:r>
              <a:rPr lang="en-US" sz="28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/>
              </a:rPr>
              <a:t>giới</a:t>
            </a:r>
            <a:r>
              <a:rPr lang="en-US" sz="28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/>
              </a:rPr>
              <a:t>tính</a:t>
            </a:r>
            <a:r>
              <a:rPr lang="en-US" sz="2800" b="1" dirty="0">
                <a:solidFill>
                  <a:srgbClr val="415D4B"/>
                </a:solidFill>
                <a:latin typeface="Arial"/>
              </a:rPr>
              <a:t>, </a:t>
            </a:r>
            <a:r>
              <a:rPr lang="en-US" sz="2800" b="1" dirty="0" err="1">
                <a:solidFill>
                  <a:srgbClr val="415D4B"/>
                </a:solidFill>
                <a:latin typeface="Arial"/>
              </a:rPr>
              <a:t>HBeAg</a:t>
            </a:r>
            <a:r>
              <a:rPr lang="en-US" sz="28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lang="en-US" sz="2800" b="1" dirty="0">
                <a:solidFill>
                  <a:srgbClr val="415D4B"/>
                </a:solidFill>
                <a:latin typeface="Arial"/>
              </a:rPr>
              <a:t> HBV-DNA</a:t>
            </a:r>
            <a:endParaRPr lang="en-US" sz="28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336CF-7035-8B8B-73BA-0E6C50B89F9B}"/>
              </a:ext>
            </a:extLst>
          </p:cNvPr>
          <p:cNvSpPr txBox="1"/>
          <p:nvPr/>
        </p:nvSpPr>
        <p:spPr>
          <a:xfrm>
            <a:off x="4785360" y="8801100"/>
            <a:ext cx="8473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: KTPV: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tứ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ᵅ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Mann-Whitney; ᵇ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Kruskal-Wallis</a:t>
            </a:r>
            <a:endParaRPr lang="vi-VN" sz="1600" i="1" dirty="0">
              <a:solidFill>
                <a:srgbClr val="2A2A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AAE4BE-5A1B-DD54-41A5-F9BD1ECF0D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FF87E0-EF43-7419-EDE5-110D59C1F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579638"/>
              </p:ext>
            </p:extLst>
          </p:nvPr>
        </p:nvGraphicFramePr>
        <p:xfrm>
          <a:off x="541020" y="2639196"/>
          <a:ext cx="17137380" cy="597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4842">
                  <a:extLst>
                    <a:ext uri="{9D8B030D-6E8A-4147-A177-3AD203B41FA5}">
                      <a16:colId xmlns:a16="http://schemas.microsoft.com/office/drawing/2014/main" val="1432231529"/>
                    </a:ext>
                  </a:extLst>
                </a:gridCol>
                <a:gridCol w="4816993">
                  <a:extLst>
                    <a:ext uri="{9D8B030D-6E8A-4147-A177-3AD203B41FA5}">
                      <a16:colId xmlns:a16="http://schemas.microsoft.com/office/drawing/2014/main" val="749935476"/>
                    </a:ext>
                  </a:extLst>
                </a:gridCol>
                <a:gridCol w="1760055">
                  <a:extLst>
                    <a:ext uri="{9D8B030D-6E8A-4147-A177-3AD203B41FA5}">
                      <a16:colId xmlns:a16="http://schemas.microsoft.com/office/drawing/2014/main" val="4002038463"/>
                    </a:ext>
                  </a:extLst>
                </a:gridCol>
                <a:gridCol w="4816993">
                  <a:extLst>
                    <a:ext uri="{9D8B030D-6E8A-4147-A177-3AD203B41FA5}">
                      <a16:colId xmlns:a16="http://schemas.microsoft.com/office/drawing/2014/main" val="2432610257"/>
                    </a:ext>
                  </a:extLst>
                </a:gridCol>
                <a:gridCol w="2408497">
                  <a:extLst>
                    <a:ext uri="{9D8B030D-6E8A-4147-A177-3AD203B41FA5}">
                      <a16:colId xmlns:a16="http://schemas.microsoft.com/office/drawing/2014/main" val="300502691"/>
                    </a:ext>
                  </a:extLst>
                </a:gridCol>
              </a:tblGrid>
              <a:tr h="746422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Đặc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endParaRPr sz="24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Phân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nhóm</a:t>
                      </a:r>
                      <a:endParaRPr sz="24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LSM trung vị (KTPV), kPa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 trị p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88460"/>
                  </a:ext>
                </a:extLst>
              </a:tr>
              <a:tr h="746422">
                <a:tc rowSpan="2"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tính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5,34 (4,57 - 7,28)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2400" b="1" i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&lt;0,001</a:t>
                      </a:r>
                      <a:r>
                        <a:rPr lang="en-US" sz="2400" b="1" i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ᵅ</a:t>
                      </a:r>
                      <a:endParaRPr sz="2400" b="1" i="1" dirty="0">
                        <a:solidFill>
                          <a:srgbClr val="415D4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225883"/>
                  </a:ext>
                </a:extLst>
              </a:tr>
              <a:tr h="74642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Nữ</a:t>
                      </a:r>
                      <a:endParaRPr sz="2400" b="0" dirty="0">
                        <a:solidFill>
                          <a:srgbClr val="415D4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4,72 (3,85 - 6,09)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604906"/>
                  </a:ext>
                </a:extLst>
              </a:tr>
              <a:tr h="746422">
                <a:tc rowSpan="2"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HBeAg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Âm tính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253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5,06 (4,24 - 6,66)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0,356</a:t>
                      </a:r>
                      <a:r>
                        <a:rPr lang="en-US" sz="24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ᵅ</a:t>
                      </a:r>
                      <a:endParaRPr sz="2400" b="1" dirty="0">
                        <a:solidFill>
                          <a:srgbClr val="415D4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9981"/>
                  </a:ext>
                </a:extLst>
              </a:tr>
              <a:tr h="74642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Dương tính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5,12 (4,51 - 7,04)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037965"/>
                  </a:ext>
                </a:extLst>
              </a:tr>
              <a:tr h="746422">
                <a:tc rowSpan="3">
                  <a:txBody>
                    <a:bodyPr/>
                    <a:lstStyle/>
                    <a:p>
                      <a:pPr algn="l"/>
                      <a:r>
                        <a:rPr sz="2400" b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HBV-DNA (IU/mL)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Âm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tính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hoặc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dưới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ngưỡng</a:t>
                      </a:r>
                      <a:endParaRPr sz="2400" b="0" dirty="0">
                        <a:solidFill>
                          <a:srgbClr val="415D4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163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4,90 (4,12 - 6,41)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sz="2400" b="1" i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0,007</a:t>
                      </a:r>
                      <a:r>
                        <a:rPr lang="en-US" sz="2400" b="1" i="1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ᵇ</a:t>
                      </a:r>
                      <a:endParaRPr sz="2400" b="1" i="1" dirty="0">
                        <a:solidFill>
                          <a:srgbClr val="415D4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71396"/>
                  </a:ext>
                </a:extLst>
              </a:tr>
              <a:tr h="74642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100-&lt;20.000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5,12 (4,45 - 6,61)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12590"/>
                  </a:ext>
                </a:extLst>
              </a:tr>
              <a:tr h="74642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≥20.000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5,77 (4,58 - 7,66)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22830"/>
                  </a:ext>
                </a:extLst>
              </a:tr>
            </a:tbl>
          </a:graphicData>
        </a:graphic>
      </p:graphicFrame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BF1EB36D-79B7-AECF-EBC3-CF2814DE5722}"/>
              </a:ext>
            </a:extLst>
          </p:cNvPr>
          <p:cNvSpPr/>
          <p:nvPr/>
        </p:nvSpPr>
        <p:spPr>
          <a:xfrm>
            <a:off x="228600" y="9258300"/>
            <a:ext cx="17526000" cy="75906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2D833-7370-7103-B66E-61DD3B932D8D}"/>
              </a:ext>
            </a:extLst>
          </p:cNvPr>
          <p:cNvSpPr txBox="1"/>
          <p:nvPr/>
        </p:nvSpPr>
        <p:spPr>
          <a:xfrm>
            <a:off x="427742" y="9442004"/>
            <a:ext cx="17022058" cy="39780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 dirty="0" err="1">
                <a:solidFill>
                  <a:srgbClr val="415D4B"/>
                </a:solidFill>
                <a:latin typeface="Arial"/>
              </a:rPr>
              <a:t>Độ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cứng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gan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cao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hơn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ở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nam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giới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ở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nhóm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HBV-DNA ≥ 20.000 IU/mL;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không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khác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biệt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giữa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HBeAg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âm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tính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dương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tính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065139-B224-8B98-6B11-8C59DE860BC7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48231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2B1D34-2CAB-E716-8F09-6F5AA96E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3E9BBFE0-DE1F-F38F-585D-DA749753DC46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CBA7D4-E3D6-DF53-F598-B38F99DBA6B8}"/>
              </a:ext>
            </a:extLst>
          </p:cNvPr>
          <p:cNvSpPr/>
          <p:nvPr/>
        </p:nvSpPr>
        <p:spPr>
          <a:xfrm>
            <a:off x="2486025" y="1704893"/>
            <a:ext cx="13163550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xơ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kể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≥F2)</a:t>
            </a:r>
            <a:endParaRPr lang="en-US" sz="28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36786A-898B-C3C0-26F5-C4EF74C3A6DE}"/>
              </a:ext>
            </a:extLst>
          </p:cNvPr>
          <p:cNvSpPr txBox="1"/>
          <p:nvPr/>
        </p:nvSpPr>
        <p:spPr>
          <a:xfrm>
            <a:off x="2895600" y="8418178"/>
            <a:ext cx="13121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1600" i="1" dirty="0">
                <a:solidFill>
                  <a:srgbClr val="2A2A2A"/>
                </a:solidFill>
                <a:latin typeface="Arial"/>
              </a:rPr>
              <a:t>Tuổi: trung bình ± độ lệch chuẩn; AST, ALT, AFP: trung vị (khoảng tứ phân vị). p của HBV-DNA là p chung cho 3 mức tải lượng.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1E5228-E9F0-BDEB-E677-73881D7E7F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779B17-E551-CCF3-9831-97AD2E331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847885"/>
              </p:ext>
            </p:extLst>
          </p:nvPr>
        </p:nvGraphicFramePr>
        <p:xfrm>
          <a:off x="533400" y="2655118"/>
          <a:ext cx="17068800" cy="568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6201">
                  <a:extLst>
                    <a:ext uri="{9D8B030D-6E8A-4147-A177-3AD203B41FA5}">
                      <a16:colId xmlns:a16="http://schemas.microsoft.com/office/drawing/2014/main" val="2948363974"/>
                    </a:ext>
                  </a:extLst>
                </a:gridCol>
                <a:gridCol w="3782815">
                  <a:extLst>
                    <a:ext uri="{9D8B030D-6E8A-4147-A177-3AD203B41FA5}">
                      <a16:colId xmlns:a16="http://schemas.microsoft.com/office/drawing/2014/main" val="922317077"/>
                    </a:ext>
                  </a:extLst>
                </a:gridCol>
                <a:gridCol w="3782815">
                  <a:extLst>
                    <a:ext uri="{9D8B030D-6E8A-4147-A177-3AD203B41FA5}">
                      <a16:colId xmlns:a16="http://schemas.microsoft.com/office/drawing/2014/main" val="2600472618"/>
                    </a:ext>
                  </a:extLst>
                </a:gridCol>
                <a:gridCol w="3136969">
                  <a:extLst>
                    <a:ext uri="{9D8B030D-6E8A-4147-A177-3AD203B41FA5}">
                      <a16:colId xmlns:a16="http://schemas.microsoft.com/office/drawing/2014/main" val="2359973579"/>
                    </a:ext>
                  </a:extLst>
                </a:gridCol>
              </a:tblGrid>
              <a:tr h="711098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Đặc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điểm</a:t>
                      </a:r>
                      <a:endParaRPr sz="2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F0 - F1 (n = 239)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≥ F2 (n = 71)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Giá trị p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329293"/>
                  </a:ext>
                </a:extLst>
              </a:tr>
              <a:tr h="711098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Tuổi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(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năm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43,2 ± 11,7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48,9 ± 15,0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1" dirty="0">
                          <a:solidFill>
                            <a:srgbClr val="415D4B"/>
                          </a:solidFill>
                          <a:latin typeface="Arial"/>
                        </a:rPr>
                        <a:t>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24407"/>
                  </a:ext>
                </a:extLst>
              </a:tr>
              <a:tr h="711098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Giới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nam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, n (%)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130 (54,4)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50 (70,4)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1" dirty="0">
                          <a:solidFill>
                            <a:srgbClr val="415D4B"/>
                          </a:solidFill>
                          <a:latin typeface="Arial"/>
                        </a:rPr>
                        <a:t>0,016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648557"/>
                  </a:ext>
                </a:extLst>
              </a:tr>
              <a:tr h="711098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AST (U/L)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24 (20 - 30)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32 (25 - 44)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1" dirty="0">
                          <a:solidFill>
                            <a:srgbClr val="415D4B"/>
                          </a:solidFill>
                          <a:latin typeface="Arial"/>
                        </a:rPr>
                        <a:t>&lt;0,001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569263"/>
                  </a:ext>
                </a:extLst>
              </a:tr>
              <a:tr h="711098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ALT (U/L)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26 (20 - 38)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39 (25 - 89)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1" dirty="0">
                          <a:solidFill>
                            <a:srgbClr val="415D4B"/>
                          </a:solidFill>
                          <a:latin typeface="Arial"/>
                        </a:rPr>
                        <a:t>&lt;0,001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965904"/>
                  </a:ext>
                </a:extLst>
              </a:tr>
              <a:tr h="711098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AFP (IU/mL)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1,75 (1,27 - 2,40)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2,18 (1,44 - 3,97)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1" dirty="0">
                          <a:solidFill>
                            <a:srgbClr val="415D4B"/>
                          </a:solidFill>
                          <a:latin typeface="Arial"/>
                        </a:rPr>
                        <a:t>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791826"/>
                  </a:ext>
                </a:extLst>
              </a:tr>
              <a:tr h="711098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HBeAg dương tính, n (%)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42 (17,6)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15 (21,1)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0,497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512956"/>
                  </a:ext>
                </a:extLst>
              </a:tr>
              <a:tr h="711098"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HBV-DNA ≥20.000 IU/mL, n (%)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36 (15,1)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23 (32,4)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1" dirty="0">
                          <a:solidFill>
                            <a:srgbClr val="415D4B"/>
                          </a:solidFill>
                          <a:latin typeface="Arial"/>
                        </a:rPr>
                        <a:t>0,005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49903"/>
                  </a:ext>
                </a:extLst>
              </a:tr>
            </a:tbl>
          </a:graphicData>
        </a:graphic>
      </p:graphicFrame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BCB6556D-0D6E-92D3-4C85-514E2926368A}"/>
              </a:ext>
            </a:extLst>
          </p:cNvPr>
          <p:cNvSpPr/>
          <p:nvPr/>
        </p:nvSpPr>
        <p:spPr>
          <a:xfrm>
            <a:off x="533400" y="8831008"/>
            <a:ext cx="1682496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AC6A4-0179-5756-5293-75040885E52F}"/>
              </a:ext>
            </a:extLst>
          </p:cNvPr>
          <p:cNvSpPr txBox="1"/>
          <p:nvPr/>
        </p:nvSpPr>
        <p:spPr>
          <a:xfrm>
            <a:off x="929640" y="9009708"/>
            <a:ext cx="16245840" cy="785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 dirty="0" err="1">
                <a:solidFill>
                  <a:srgbClr val="415D4B"/>
                </a:solidFill>
                <a:latin typeface="Arial"/>
              </a:rPr>
              <a:t>Nhóm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xơ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hóa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đáng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kể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(≥F2)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có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tuổi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lớn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hơn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, </a:t>
            </a:r>
            <a:r>
              <a:rPr lang="en-US" sz="2400" b="0" i="0" dirty="0" err="1">
                <a:solidFill>
                  <a:srgbClr val="415D4B"/>
                </a:solidFill>
                <a:latin typeface="Arial"/>
              </a:rPr>
              <a:t>tỷ</a:t>
            </a:r>
            <a:r>
              <a:rPr lang="en-US"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0" i="0" dirty="0" err="1">
                <a:solidFill>
                  <a:srgbClr val="415D4B"/>
                </a:solidFill>
                <a:latin typeface="Arial"/>
              </a:rPr>
              <a:t>lệ</a:t>
            </a:r>
            <a:r>
              <a:rPr lang="en-US"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0" i="0" dirty="0" err="1">
                <a:solidFill>
                  <a:srgbClr val="415D4B"/>
                </a:solidFill>
                <a:latin typeface="Arial"/>
              </a:rPr>
              <a:t>nam</a:t>
            </a:r>
            <a:r>
              <a:rPr lang="en-US"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0" i="0" dirty="0" err="1">
                <a:solidFill>
                  <a:srgbClr val="415D4B"/>
                </a:solidFill>
                <a:latin typeface="Arial"/>
              </a:rPr>
              <a:t>giới</a:t>
            </a:r>
            <a:r>
              <a:rPr lang="en-US"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0" i="0" dirty="0" err="1">
                <a:solidFill>
                  <a:srgbClr val="415D4B"/>
                </a:solidFill>
                <a:latin typeface="Arial"/>
              </a:rPr>
              <a:t>cao</a:t>
            </a:r>
            <a:r>
              <a:rPr lang="en-US"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hơn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, AST - ALT - AFP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tỷ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lệ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HBV-DNA ≥ 20.000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cao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hơn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;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HBeAg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không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0" i="0" dirty="0" err="1">
                <a:solidFill>
                  <a:srgbClr val="415D4B"/>
                </a:solidFill>
                <a:latin typeface="Arial"/>
              </a:rPr>
              <a:t>có</a:t>
            </a:r>
            <a:r>
              <a:rPr lang="en-US"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khác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biệt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D5E81C-1918-2D24-F20F-D6D7885730B2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37460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6FBFF-120D-D57A-83DA-85A178B3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574CF6C8-D381-4E49-081C-35C93FBC8B28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7DF5B8-BAD1-4CF4-3928-27831707FB7D}"/>
              </a:ext>
            </a:extLst>
          </p:cNvPr>
          <p:cNvSpPr/>
          <p:nvPr/>
        </p:nvSpPr>
        <p:spPr>
          <a:xfrm>
            <a:off x="3886200" y="1704893"/>
            <a:ext cx="11001375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logistic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xơ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kể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≥F2)</a:t>
            </a:r>
            <a:endParaRPr lang="en-US" sz="28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D3B9F1-286D-141B-1EC7-8FED1099DBB0}"/>
              </a:ext>
            </a:extLst>
          </p:cNvPr>
          <p:cNvSpPr txBox="1"/>
          <p:nvPr/>
        </p:nvSpPr>
        <p:spPr>
          <a:xfrm>
            <a:off x="525780" y="8441908"/>
            <a:ext cx="17236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1600" i="1" dirty="0">
                <a:solidFill>
                  <a:srgbClr val="2A2A2A"/>
                </a:solidFill>
                <a:latin typeface="Arial"/>
              </a:rPr>
              <a:t>OR (odds ratio) &gt; 1: yếu tố đi kèm odds xơ hóa gan cao hơn. HBV-DNA so với nhóm âm tính/dưới ngưỡng; nhóm 100 -&lt; 20.000 IU/mL không khác biệt (OR = 0,910; p = 0,780).</a:t>
            </a:r>
          </a:p>
          <a:p>
            <a:r>
              <a:rPr lang="vi-VN" sz="1600" i="1" dirty="0">
                <a:solidFill>
                  <a:srgbClr val="2A2A2A"/>
                </a:solidFill>
                <a:latin typeface="Arial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C6478F-5EEE-9E49-E424-04A165DE54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7DE4C122-C505-0D72-07CA-3FF44C88644A}"/>
              </a:ext>
            </a:extLst>
          </p:cNvPr>
          <p:cNvSpPr/>
          <p:nvPr/>
        </p:nvSpPr>
        <p:spPr>
          <a:xfrm>
            <a:off x="624840" y="8935621"/>
            <a:ext cx="1682496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43BFBB-7DA1-5E73-CA81-4E1D40E64A20}"/>
              </a:ext>
            </a:extLst>
          </p:cNvPr>
          <p:cNvSpPr txBox="1"/>
          <p:nvPr/>
        </p:nvSpPr>
        <p:spPr>
          <a:xfrm>
            <a:off x="914400" y="9159852"/>
            <a:ext cx="16535400" cy="785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vi-VN" sz="2400" b="0" i="0" dirty="0">
                <a:solidFill>
                  <a:srgbClr val="415D4B"/>
                </a:solidFill>
                <a:latin typeface="Arial"/>
              </a:rPr>
              <a:t>Tuổi, giới nam, AST, ALT, AFP và HBV-DNA ≥ 20.000 IU/mL đều liên quan có ý nghĩa với xơ hóa gan ≥F2; HBeAg kh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ông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liên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quan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.</a:t>
            </a:r>
            <a:endParaRPr lang="vi-VN" sz="2400" b="0" i="0" dirty="0">
              <a:solidFill>
                <a:srgbClr val="415D4B"/>
              </a:solidFill>
              <a:latin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909BF1-DE60-FD49-F5A5-43F0EAD0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031451"/>
              </p:ext>
            </p:extLst>
          </p:nvPr>
        </p:nvGraphicFramePr>
        <p:xfrm>
          <a:off x="1600200" y="2661964"/>
          <a:ext cx="15316200" cy="5646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4625">
                  <a:extLst>
                    <a:ext uri="{9D8B030D-6E8A-4147-A177-3AD203B41FA5}">
                      <a16:colId xmlns:a16="http://schemas.microsoft.com/office/drawing/2014/main" val="2760778371"/>
                    </a:ext>
                  </a:extLst>
                </a:gridCol>
                <a:gridCol w="5809593">
                  <a:extLst>
                    <a:ext uri="{9D8B030D-6E8A-4147-A177-3AD203B41FA5}">
                      <a16:colId xmlns:a16="http://schemas.microsoft.com/office/drawing/2014/main" val="1747318182"/>
                    </a:ext>
                  </a:extLst>
                </a:gridCol>
                <a:gridCol w="2851982">
                  <a:extLst>
                    <a:ext uri="{9D8B030D-6E8A-4147-A177-3AD203B41FA5}">
                      <a16:colId xmlns:a16="http://schemas.microsoft.com/office/drawing/2014/main" val="1681425575"/>
                    </a:ext>
                  </a:extLst>
                </a:gridCol>
              </a:tblGrid>
              <a:tr h="705847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Yếu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tố</a:t>
                      </a:r>
                      <a:endParaRPr sz="2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OR (KTC 95%)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Giá trị p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782361"/>
                  </a:ext>
                </a:extLst>
              </a:tr>
              <a:tr h="705847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Tuổi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(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mỗi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tăng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1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năm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1,036 (1,014 - 1,058)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>
                          <a:solidFill>
                            <a:srgbClr val="415D4B"/>
                          </a:solidFill>
                          <a:latin typeface="Arial"/>
                        </a:rPr>
                        <a:t>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224169"/>
                  </a:ext>
                </a:extLst>
              </a:tr>
              <a:tr h="705847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Giới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nam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(so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với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nữ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1,996 (1,129 - 3,529)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>
                          <a:solidFill>
                            <a:srgbClr val="415D4B"/>
                          </a:solidFill>
                          <a:latin typeface="Arial"/>
                        </a:rPr>
                        <a:t>0,017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0169"/>
                  </a:ext>
                </a:extLst>
              </a:tr>
              <a:tr h="705847"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AST (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mỗi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tăng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1 U/L)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1,020 (1,009 - 1,032)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>
                          <a:solidFill>
                            <a:srgbClr val="415D4B"/>
                          </a:solidFill>
                          <a:latin typeface="Arial"/>
                        </a:rPr>
                        <a:t>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300327"/>
                  </a:ext>
                </a:extLst>
              </a:tr>
              <a:tr h="705847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ALT (mỗi tăng 1 U/L)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1,010 (1,004 - 1,016)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>
                          <a:solidFill>
                            <a:srgbClr val="415D4B"/>
                          </a:solidFill>
                          <a:latin typeface="Arial"/>
                        </a:rPr>
                        <a:t>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59028"/>
                  </a:ext>
                </a:extLst>
              </a:tr>
              <a:tr h="705847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AFP (mỗi tăng 1 IU/mL)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1,445 (1,200 - 1,741)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 dirty="0">
                          <a:solidFill>
                            <a:srgbClr val="415D4B"/>
                          </a:solidFill>
                          <a:latin typeface="Arial"/>
                        </a:rPr>
                        <a:t>&lt;0,001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69338"/>
                  </a:ext>
                </a:extLst>
              </a:tr>
              <a:tr h="705847"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HBV-DNA ≥20.000 IU/mL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2,615 (1,365 - 5,012)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 dirty="0">
                          <a:solidFill>
                            <a:srgbClr val="415D4B"/>
                          </a:solidFill>
                          <a:latin typeface="Arial"/>
                        </a:rPr>
                        <a:t>0,004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398070"/>
                  </a:ext>
                </a:extLst>
              </a:tr>
              <a:tr h="705847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HBeAg dương tính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1,256 (0,649 - 2,431)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0,498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321638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9CFAB919-6EB3-00BE-50DE-6835714C42A6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673576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08DB5-48E9-CF02-D663-BD6AF79A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F566B8AE-95EB-D3F0-778D-A0C80621BD37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42E8AF-1ECC-CF33-F5F4-C552B1D9A050}"/>
              </a:ext>
            </a:extLst>
          </p:cNvPr>
          <p:cNvSpPr/>
          <p:nvPr/>
        </p:nvSpPr>
        <p:spPr>
          <a:xfrm>
            <a:off x="5334000" y="1736154"/>
            <a:ext cx="7467600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endParaRPr lang="en-US" sz="28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56924-8B29-DB49-85D2-70A1EAD4DB40}"/>
              </a:ext>
            </a:extLst>
          </p:cNvPr>
          <p:cNvSpPr txBox="1"/>
          <p:nvPr/>
        </p:nvSpPr>
        <p:spPr>
          <a:xfrm>
            <a:off x="525780" y="8441908"/>
            <a:ext cx="17236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1600" i="1" dirty="0">
                <a:solidFill>
                  <a:srgbClr val="2A2A2A"/>
                </a:solidFill>
                <a:latin typeface="Arial"/>
              </a:rPr>
              <a:t>VIF: hệ số phóng đại phương sai (càng cao, biến càng trùng thông tin với biến khác). AIC, BIC: càng thấp, mô hình càng phù hợp và gọn.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1D7C19-589E-D18C-1AC6-F2E6363C68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5F9A969-1C3B-4A99-DF07-4F31F9188689}"/>
              </a:ext>
            </a:extLst>
          </p:cNvPr>
          <p:cNvSpPr/>
          <p:nvPr/>
        </p:nvSpPr>
        <p:spPr>
          <a:xfrm>
            <a:off x="2599330" y="9031928"/>
            <a:ext cx="12496800" cy="9722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92FF3-62D9-CBD9-A460-7842BFD09F55}"/>
              </a:ext>
            </a:extLst>
          </p:cNvPr>
          <p:cNvSpPr txBox="1"/>
          <p:nvPr/>
        </p:nvSpPr>
        <p:spPr>
          <a:xfrm>
            <a:off x="2989656" y="9246406"/>
            <a:ext cx="12755880" cy="45801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2800" b="1" dirty="0">
                <a:solidFill>
                  <a:srgbClr val="415D4B"/>
                </a:solidFill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vi-VN" sz="2800" b="1" i="0" dirty="0">
                <a:solidFill>
                  <a:srgbClr val="415D4B"/>
                </a:solidFill>
                <a:latin typeface="Arial"/>
              </a:rPr>
              <a:t>Mô hình đa biến cuối cùng gồm 4 biến: tuổi, giới tính, AST và AFP.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BDBC6C36-6092-1A89-0DD6-3395562919E2}"/>
              </a:ext>
            </a:extLst>
          </p:cNvPr>
          <p:cNvSpPr/>
          <p:nvPr/>
        </p:nvSpPr>
        <p:spPr>
          <a:xfrm>
            <a:off x="807720" y="2650491"/>
            <a:ext cx="5303520" cy="5623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F56CE-3A48-208D-E1B0-9E15FB02D0FA}"/>
              </a:ext>
            </a:extLst>
          </p:cNvPr>
          <p:cNvSpPr txBox="1"/>
          <p:nvPr/>
        </p:nvSpPr>
        <p:spPr>
          <a:xfrm>
            <a:off x="1127760" y="2993434"/>
            <a:ext cx="4754880" cy="8480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dirty="0">
                <a:solidFill>
                  <a:srgbClr val="415D4B"/>
                </a:solidFill>
                <a:latin typeface="Arial"/>
              </a:rPr>
              <a:t>AST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ALT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có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trùng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thông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tin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không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?</a:t>
            </a:r>
            <a:endParaRPr lang="en-US" sz="2600" b="1" i="0" dirty="0">
              <a:solidFill>
                <a:srgbClr val="415D4B"/>
              </a:solidFill>
              <a:latin typeface="Arial"/>
            </a:endParaRPr>
          </a:p>
        </p:txBody>
      </p:sp>
      <p:cxnSp>
        <p:nvCxnSpPr>
          <p:cNvPr id="9" name="Connector 10">
            <a:extLst>
              <a:ext uri="{FF2B5EF4-FFF2-40B4-BE49-F238E27FC236}">
                <a16:creationId xmlns:a16="http://schemas.microsoft.com/office/drawing/2014/main" id="{4AF5810F-5600-A730-4B7C-683A89FB59F6}"/>
              </a:ext>
            </a:extLst>
          </p:cNvPr>
          <p:cNvCxnSpPr/>
          <p:nvPr/>
        </p:nvCxnSpPr>
        <p:spPr>
          <a:xfrm>
            <a:off x="1082040" y="3924300"/>
            <a:ext cx="4754880" cy="0"/>
          </a:xfrm>
          <a:prstGeom prst="line">
            <a:avLst/>
          </a:prstGeom>
          <a:ln w="15875">
            <a:solidFill>
              <a:srgbClr val="C7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DE181D-DDEC-3B0A-344D-2AFFBD447186}"/>
              </a:ext>
            </a:extLst>
          </p:cNvPr>
          <p:cNvSpPr txBox="1"/>
          <p:nvPr/>
        </p:nvSpPr>
        <p:spPr>
          <a:xfrm>
            <a:off x="1082040" y="4076700"/>
            <a:ext cx="4754880" cy="31377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400" b="0" i="0" dirty="0">
                <a:solidFill>
                  <a:srgbClr val="415D4B"/>
                </a:solidFill>
                <a:latin typeface="Arial"/>
              </a:rPr>
              <a:t>• 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Tương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quan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rất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mạnh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: r = 0,7869 (p &lt; 0,001)</a:t>
            </a:r>
            <a:endParaRPr lang="en-US" sz="2400" b="0" i="0" dirty="0">
              <a:solidFill>
                <a:srgbClr val="415D4B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endParaRPr lang="en-US" sz="2400" b="0" i="0" dirty="0">
              <a:solidFill>
                <a:srgbClr val="415D4B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415D4B"/>
                </a:solidFill>
                <a:latin typeface="Arial"/>
              </a:rPr>
              <a:t>•  VIF: AST 16,10; ALT 16,68;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các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biến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còn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lại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dirty="0" err="1">
                <a:solidFill>
                  <a:srgbClr val="415D4B"/>
                </a:solidFill>
                <a:latin typeface="Arial"/>
              </a:rPr>
              <a:t>chỉ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 1,04 - 1,30</a:t>
            </a:r>
          </a:p>
          <a:p>
            <a:pPr algn="l">
              <a:lnSpc>
                <a:spcPct val="105000"/>
              </a:lnSpc>
            </a:pPr>
            <a:endParaRPr lang="en-US" sz="220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id="{4B8B7931-B7F5-C3AF-339F-4C3AE4E87389}"/>
              </a:ext>
            </a:extLst>
          </p:cNvPr>
          <p:cNvSpPr/>
          <p:nvPr/>
        </p:nvSpPr>
        <p:spPr>
          <a:xfrm>
            <a:off x="6614160" y="2650491"/>
            <a:ext cx="5303520" cy="5623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AEA49-ABCF-A74D-C82A-A318F26B9923}"/>
              </a:ext>
            </a:extLst>
          </p:cNvPr>
          <p:cNvSpPr txBox="1"/>
          <p:nvPr/>
        </p:nvSpPr>
        <p:spPr>
          <a:xfrm>
            <a:off x="6888480" y="2980638"/>
            <a:ext cx="4754880" cy="42793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dirty="0" err="1">
                <a:solidFill>
                  <a:srgbClr val="415D4B"/>
                </a:solidFill>
                <a:latin typeface="Arial"/>
              </a:rPr>
              <a:t>Chọn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AST hay ALT?</a:t>
            </a:r>
            <a:endParaRPr lang="en-US" sz="2600" b="1" i="0" dirty="0">
              <a:solidFill>
                <a:srgbClr val="415D4B"/>
              </a:solidFill>
              <a:latin typeface="Arial"/>
            </a:endParaRPr>
          </a:p>
        </p:txBody>
      </p:sp>
      <p:cxnSp>
        <p:nvCxnSpPr>
          <p:cNvPr id="15" name="Connector 20">
            <a:extLst>
              <a:ext uri="{FF2B5EF4-FFF2-40B4-BE49-F238E27FC236}">
                <a16:creationId xmlns:a16="http://schemas.microsoft.com/office/drawing/2014/main" id="{7718B1B8-6BCD-4EBA-7769-CF028BC2DAF2}"/>
              </a:ext>
            </a:extLst>
          </p:cNvPr>
          <p:cNvCxnSpPr/>
          <p:nvPr/>
        </p:nvCxnSpPr>
        <p:spPr>
          <a:xfrm>
            <a:off x="6888480" y="3924300"/>
            <a:ext cx="4754880" cy="0"/>
          </a:xfrm>
          <a:prstGeom prst="line">
            <a:avLst/>
          </a:prstGeom>
          <a:ln w="15875">
            <a:solidFill>
              <a:srgbClr val="C7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CDA03C-8DAB-F940-EDC5-35D90F346928}"/>
              </a:ext>
            </a:extLst>
          </p:cNvPr>
          <p:cNvSpPr txBox="1"/>
          <p:nvPr/>
        </p:nvSpPr>
        <p:spPr>
          <a:xfrm>
            <a:off x="6888480" y="4076700"/>
            <a:ext cx="4754880" cy="3292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400" b="0" i="0" dirty="0">
                <a:solidFill>
                  <a:srgbClr val="415D4B"/>
                </a:solidFill>
                <a:latin typeface="Arial"/>
              </a:rPr>
              <a:t>•  AUC: 0,7267 (AST)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0,7271 (ALT),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khác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biệt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không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có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ý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nghĩa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(p = 0,942)</a:t>
            </a:r>
            <a:endParaRPr lang="en-US" sz="2400" b="0" i="0" dirty="0">
              <a:solidFill>
                <a:srgbClr val="415D4B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415D4B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vi-VN" sz="2400" dirty="0">
                <a:solidFill>
                  <a:srgbClr val="415D4B"/>
                </a:solidFill>
                <a:latin typeface="Arial"/>
              </a:rPr>
              <a:t>•  AIC, BIC của mô hình AST thấp hơn </a:t>
            </a:r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1A0F4816-69C5-1147-7D8D-5760649D32C0}"/>
              </a:ext>
            </a:extLst>
          </p:cNvPr>
          <p:cNvSpPr/>
          <p:nvPr/>
        </p:nvSpPr>
        <p:spPr>
          <a:xfrm>
            <a:off x="12420600" y="2650491"/>
            <a:ext cx="5303520" cy="5623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5F7336-5090-3396-B658-B7FE9F5CD5B9}"/>
              </a:ext>
            </a:extLst>
          </p:cNvPr>
          <p:cNvSpPr txBox="1"/>
          <p:nvPr/>
        </p:nvSpPr>
        <p:spPr>
          <a:xfrm>
            <a:off x="12694920" y="2933700"/>
            <a:ext cx="4754880" cy="42793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dirty="0" err="1">
                <a:solidFill>
                  <a:srgbClr val="415D4B"/>
                </a:solidFill>
                <a:latin typeface="Arial"/>
              </a:rPr>
              <a:t>Có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cần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giữ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 HBV-DNA </a:t>
            </a:r>
            <a:r>
              <a:rPr sz="2600" b="1" i="0" dirty="0" err="1">
                <a:solidFill>
                  <a:srgbClr val="415D4B"/>
                </a:solidFill>
                <a:latin typeface="Arial"/>
              </a:rPr>
              <a:t>không</a:t>
            </a:r>
            <a:r>
              <a:rPr sz="2600" b="1" i="0" dirty="0">
                <a:solidFill>
                  <a:srgbClr val="415D4B"/>
                </a:solidFill>
                <a:latin typeface="Arial"/>
              </a:rPr>
              <a:t>?</a:t>
            </a:r>
            <a:endParaRPr lang="en-US" sz="2600" b="1" i="0" dirty="0">
              <a:solidFill>
                <a:srgbClr val="415D4B"/>
              </a:solidFill>
              <a:latin typeface="Arial"/>
            </a:endParaRPr>
          </a:p>
        </p:txBody>
      </p:sp>
      <p:cxnSp>
        <p:nvCxnSpPr>
          <p:cNvPr id="21" name="Connector 30">
            <a:extLst>
              <a:ext uri="{FF2B5EF4-FFF2-40B4-BE49-F238E27FC236}">
                <a16:creationId xmlns:a16="http://schemas.microsoft.com/office/drawing/2014/main" id="{A90BF4A7-16F3-680C-E792-D526BFA423C1}"/>
              </a:ext>
            </a:extLst>
          </p:cNvPr>
          <p:cNvCxnSpPr/>
          <p:nvPr/>
        </p:nvCxnSpPr>
        <p:spPr>
          <a:xfrm>
            <a:off x="12694920" y="3924300"/>
            <a:ext cx="4754880" cy="0"/>
          </a:xfrm>
          <a:prstGeom prst="line">
            <a:avLst/>
          </a:prstGeom>
          <a:ln w="15875">
            <a:solidFill>
              <a:srgbClr val="C7D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6E3E77-B70F-FEC6-AD8C-CC9C646779F1}"/>
              </a:ext>
            </a:extLst>
          </p:cNvPr>
          <p:cNvSpPr txBox="1"/>
          <p:nvPr/>
        </p:nvSpPr>
        <p:spPr>
          <a:xfrm>
            <a:off x="12694920" y="4076700"/>
            <a:ext cx="4754880" cy="3292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400" b="0" i="0" dirty="0">
                <a:solidFill>
                  <a:srgbClr val="415D4B"/>
                </a:solidFill>
                <a:latin typeface="Arial"/>
              </a:rPr>
              <a:t>• 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Thêm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HBV-DNA: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không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đóng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góp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có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ý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nghĩa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(p = 0,301)</a:t>
            </a:r>
            <a:endParaRPr lang="en-US" sz="2400" b="0" i="0" dirty="0">
              <a:solidFill>
                <a:srgbClr val="415D4B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415D4B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vi-VN" sz="2400" dirty="0">
                <a:solidFill>
                  <a:srgbClr val="415D4B"/>
                </a:solidFill>
                <a:latin typeface="Arial"/>
              </a:rPr>
              <a:t>•  Bỏ HBV-DNA: AUC gần như không đổi (0,7267 → 0,7229)</a:t>
            </a:r>
            <a:r>
              <a:rPr lang="en-US" sz="2400" dirty="0">
                <a:solidFill>
                  <a:srgbClr val="415D4B"/>
                </a:solidFill>
                <a:latin typeface="Arial"/>
              </a:rPr>
              <a:t>;</a:t>
            </a:r>
            <a:r>
              <a:rPr lang="vi-VN" sz="2400" dirty="0">
                <a:solidFill>
                  <a:srgbClr val="415D4B"/>
                </a:solidFill>
                <a:latin typeface="Arial"/>
              </a:rPr>
              <a:t> AIC, BIC giảm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82BA11AE-FA47-44CD-D68A-5FD6E6D58DF4}"/>
              </a:ext>
            </a:extLst>
          </p:cNvPr>
          <p:cNvSpPr/>
          <p:nvPr/>
        </p:nvSpPr>
        <p:spPr>
          <a:xfrm>
            <a:off x="1058270" y="7464010"/>
            <a:ext cx="4754880" cy="685800"/>
          </a:xfrm>
          <a:prstGeom prst="roundRect">
            <a:avLst>
              <a:gd name="adj" fmla="val 2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→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đưa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cùng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lúc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13">
            <a:extLst>
              <a:ext uri="{FF2B5EF4-FFF2-40B4-BE49-F238E27FC236}">
                <a16:creationId xmlns:a16="http://schemas.microsoft.com/office/drawing/2014/main" id="{A7A5BC3E-B1C6-B592-5B10-51EEF3B580E0}"/>
              </a:ext>
            </a:extLst>
          </p:cNvPr>
          <p:cNvSpPr/>
          <p:nvPr/>
        </p:nvSpPr>
        <p:spPr>
          <a:xfrm>
            <a:off x="6888480" y="7478695"/>
            <a:ext cx="4754880" cy="685800"/>
          </a:xfrm>
          <a:prstGeom prst="roundRect">
            <a:avLst>
              <a:gd name="adj" fmla="val 2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→ </a:t>
            </a:r>
            <a:r>
              <a:rPr lang="en-US" sz="24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Chọn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AST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D1DD2076-CDB4-9F1A-A646-83C44276F109}"/>
              </a:ext>
            </a:extLst>
          </p:cNvPr>
          <p:cNvSpPr/>
          <p:nvPr/>
        </p:nvSpPr>
        <p:spPr>
          <a:xfrm>
            <a:off x="12718690" y="7493380"/>
            <a:ext cx="4754880" cy="685800"/>
          </a:xfrm>
          <a:prstGeom prst="roundRect">
            <a:avLst>
              <a:gd name="adj" fmla="val 20000"/>
            </a:avLst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→ </a:t>
            </a:r>
            <a:r>
              <a:rPr lang="en-US" sz="24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Loại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HBV-DNA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B24B57-452B-9A98-6B17-FE6C1499C04A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99138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9E187-911A-46AB-D37C-64EE564C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8F78B0E7-D37E-9FA4-8EAC-E076FC7F0E32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F5E73C-F046-A29F-096E-5CCC0A430208}"/>
              </a:ext>
            </a:extLst>
          </p:cNvPr>
          <p:cNvSpPr/>
          <p:nvPr/>
        </p:nvSpPr>
        <p:spPr>
          <a:xfrm>
            <a:off x="5334000" y="1736154"/>
            <a:ext cx="7467600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cuối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endParaRPr lang="en-US" sz="28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81BEE-966B-82CF-8FE5-B32995FA5F3B}"/>
              </a:ext>
            </a:extLst>
          </p:cNvPr>
          <p:cNvSpPr txBox="1"/>
          <p:nvPr/>
        </p:nvSpPr>
        <p:spPr>
          <a:xfrm>
            <a:off x="449580" y="6534497"/>
            <a:ext cx="17236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aOR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: odds ratio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đã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hiệu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chỉnh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đồng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thời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các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biến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trong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mô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hình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.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Nữ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là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nhóm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tham</a:t>
            </a:r>
            <a:r>
              <a:rPr lang="en-US" sz="1600" i="1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1600" i="1" dirty="0" err="1">
                <a:solidFill>
                  <a:srgbClr val="2A2A2A"/>
                </a:solidFill>
                <a:latin typeface="Arial"/>
              </a:rPr>
              <a:t>chiếu</a:t>
            </a:r>
            <a:r>
              <a:rPr lang="vi-VN" sz="1600" i="1" dirty="0">
                <a:solidFill>
                  <a:srgbClr val="2A2A2A"/>
                </a:solidFill>
                <a:latin typeface="Arial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C8FBA-B43E-46F6-551A-3911007DE2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0201888-70E9-066F-4164-77DA29E78E8D}"/>
              </a:ext>
            </a:extLst>
          </p:cNvPr>
          <p:cNvSpPr/>
          <p:nvPr/>
        </p:nvSpPr>
        <p:spPr>
          <a:xfrm>
            <a:off x="990600" y="9322731"/>
            <a:ext cx="16261080" cy="757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66543-7485-E564-CE61-E91038228083}"/>
              </a:ext>
            </a:extLst>
          </p:cNvPr>
          <p:cNvSpPr txBox="1"/>
          <p:nvPr/>
        </p:nvSpPr>
        <p:spPr>
          <a:xfrm>
            <a:off x="1008797" y="9486900"/>
            <a:ext cx="16060003" cy="42793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600" b="1" dirty="0">
                <a:solidFill>
                  <a:srgbClr val="415D4B"/>
                </a:solidFill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vi-VN" sz="2600" dirty="0">
                <a:solidFill>
                  <a:srgbClr val="415D4B"/>
                </a:solidFill>
                <a:latin typeface="Arial"/>
              </a:rPr>
              <a:t>Tuổi, AST và AFP có liên quan độc lập với xơ hóa gan ≥F2 (p &lt; 0,05); giới tính được giữ lại để hiệu chỉnh.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2C20EB-DD67-39F7-BE1C-3A275AD88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435916"/>
              </p:ext>
            </p:extLst>
          </p:nvPr>
        </p:nvGraphicFramePr>
        <p:xfrm>
          <a:off x="1905000" y="2672796"/>
          <a:ext cx="14069136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197">
                  <a:extLst>
                    <a:ext uri="{9D8B030D-6E8A-4147-A177-3AD203B41FA5}">
                      <a16:colId xmlns:a16="http://schemas.microsoft.com/office/drawing/2014/main" val="562972147"/>
                    </a:ext>
                  </a:extLst>
                </a:gridCol>
                <a:gridCol w="6636385">
                  <a:extLst>
                    <a:ext uri="{9D8B030D-6E8A-4147-A177-3AD203B41FA5}">
                      <a16:colId xmlns:a16="http://schemas.microsoft.com/office/drawing/2014/main" val="972447687"/>
                    </a:ext>
                  </a:extLst>
                </a:gridCol>
                <a:gridCol w="2654554">
                  <a:extLst>
                    <a:ext uri="{9D8B030D-6E8A-4147-A177-3AD203B41FA5}">
                      <a16:colId xmlns:a16="http://schemas.microsoft.com/office/drawing/2014/main" val="181521131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Biến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số</a:t>
                      </a:r>
                      <a:endParaRPr sz="2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aOR (KTC 95%)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Giá trị p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65079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Tuổi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(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năm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1,035 (1,009 - 1,061)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0,007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48379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AST (U/L)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1,017 (1,006 - 1,029)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0,003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01105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AFP (IU/mL)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1,242 (1,025 - 1,504)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0,027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893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Giới nam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1,559 (0,827 - 2,941)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0,170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166661"/>
                  </a:ext>
                </a:extLst>
              </a:tr>
            </a:tbl>
          </a:graphicData>
        </a:graphic>
      </p:graphicFrame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73002242-F129-3754-B353-530833241DDA}"/>
              </a:ext>
            </a:extLst>
          </p:cNvPr>
          <p:cNvSpPr/>
          <p:nvPr/>
        </p:nvSpPr>
        <p:spPr>
          <a:xfrm>
            <a:off x="685800" y="7075931"/>
            <a:ext cx="16916400" cy="2020583"/>
          </a:xfrm>
          <a:prstGeom prst="roundRect">
            <a:avLst>
              <a:gd name="adj" fmla="val 8000"/>
            </a:avLst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27FEE8-D217-1E69-08BD-3229CA2E1076}"/>
              </a:ext>
            </a:extLst>
          </p:cNvPr>
          <p:cNvSpPr txBox="1"/>
          <p:nvPr/>
        </p:nvSpPr>
        <p:spPr>
          <a:xfrm>
            <a:off x="960120" y="7203948"/>
            <a:ext cx="1636776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 dirty="0">
                <a:solidFill>
                  <a:srgbClr val="6F8B76"/>
                </a:solidFill>
                <a:latin typeface="Arial"/>
              </a:rPr>
              <a:t>PHƯƠNG TRÌNH DỰ ĐOÁN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128FCD-84B9-5BE1-696D-A841AEEC4757}"/>
              </a:ext>
            </a:extLst>
          </p:cNvPr>
          <p:cNvSpPr txBox="1"/>
          <p:nvPr/>
        </p:nvSpPr>
        <p:spPr>
          <a:xfrm>
            <a:off x="960120" y="7668327"/>
            <a:ext cx="163677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 i="0" dirty="0">
                <a:solidFill>
                  <a:srgbClr val="415D4B"/>
                </a:solidFill>
                <a:latin typeface="Arial"/>
              </a:rPr>
              <a:t>L = −4,233957 + 0,0340554 × </a:t>
            </a:r>
            <a:r>
              <a:rPr sz="2400" b="1" i="0" dirty="0" err="1">
                <a:solidFill>
                  <a:srgbClr val="415D4B"/>
                </a:solidFill>
                <a:latin typeface="Arial"/>
              </a:rPr>
              <a:t>Tuổi</a:t>
            </a:r>
            <a:r>
              <a:rPr sz="2400" b="1" i="0" dirty="0">
                <a:solidFill>
                  <a:srgbClr val="415D4B"/>
                </a:solidFill>
                <a:latin typeface="Arial"/>
              </a:rPr>
              <a:t> + 0,4443396 × </a:t>
            </a:r>
            <a:r>
              <a:rPr sz="2400" b="1" i="0" dirty="0" err="1">
                <a:solidFill>
                  <a:srgbClr val="415D4B"/>
                </a:solidFill>
                <a:latin typeface="Arial"/>
              </a:rPr>
              <a:t>Giới</a:t>
            </a:r>
            <a:r>
              <a:rPr sz="2400" b="1" i="0" dirty="0">
                <a:solidFill>
                  <a:srgbClr val="415D4B"/>
                </a:solidFill>
                <a:latin typeface="Arial"/>
              </a:rPr>
              <a:t> + 0,0172626 × AST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(U/L)</a:t>
            </a:r>
            <a:r>
              <a:rPr sz="2400" b="1" i="0" dirty="0">
                <a:solidFill>
                  <a:srgbClr val="415D4B"/>
                </a:solidFill>
                <a:latin typeface="Arial"/>
              </a:rPr>
              <a:t> + 0,2166932 × AFP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(IU/mL)</a:t>
            </a:r>
            <a:endParaRPr sz="2400" b="1" i="0" dirty="0">
              <a:solidFill>
                <a:srgbClr val="415D4B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021055-D542-D8C9-2358-BF9B9264CD56}"/>
                  </a:ext>
                </a:extLst>
              </p:cNvPr>
              <p:cNvSpPr txBox="1"/>
              <p:nvPr/>
            </p:nvSpPr>
            <p:spPr>
              <a:xfrm>
                <a:off x="4062768" y="8191500"/>
                <a:ext cx="5638800" cy="109145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r>
                  <a:rPr lang="vi-VN" sz="2400" b="0" i="0" dirty="0">
                    <a:solidFill>
                      <a:srgbClr val="415D4B"/>
                    </a:solidFill>
                    <a:latin typeface="Arial"/>
                  </a:rPr>
                  <a:t>Xác suất xơ hóa ≥F2:  </a:t>
                </a:r>
                <a:r>
                  <a:rPr lang="vi-VN" sz="2400" b="1" i="0" dirty="0">
                    <a:solidFill>
                      <a:srgbClr val="415D4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2400" b="1" dirty="0">
                    <a:solidFill>
                      <a:srgbClr val="415D4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vi-VN" sz="2400" b="1" dirty="0">
                    <a:solidFill>
                      <a:srgbClr val="415D4B"/>
                    </a:solidFill>
                    <a:latin typeface="Arial"/>
                  </a:rPr>
                  <a:t>≥F2</a:t>
                </a:r>
                <a:r>
                  <a:rPr lang="en-US" sz="2400" b="1" dirty="0">
                    <a:solidFill>
                      <a:srgbClr val="415D4B"/>
                    </a:solidFill>
                    <a:latin typeface="Arial"/>
                  </a:rPr>
                  <a:t>)</a:t>
                </a:r>
                <a:r>
                  <a:rPr lang="vi-VN" sz="2400" b="1" i="0" dirty="0">
                    <a:solidFill>
                      <a:srgbClr val="415D4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b="1" i="1">
                            <a:solidFill>
                              <a:srgbClr val="415D4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vi-VN" sz="2800" b="1" i="1">
                                <a:solidFill>
                                  <a:srgbClr val="415D4B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vi-VN" sz="2800" b="1" i="1">
                                <a:solidFill>
                                  <a:srgbClr val="415D4B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𝐞</m:t>
                            </m:r>
                          </m:e>
                          <m:sup>
                            <m:r>
                              <a:rPr lang="vi-VN" sz="2800" b="1" i="1">
                                <a:solidFill>
                                  <a:srgbClr val="415D4B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𝐋</m:t>
                            </m:r>
                          </m:sup>
                        </m:sSup>
                      </m:num>
                      <m:den>
                        <m:r>
                          <a:rPr lang="ar-AE" sz="2800" b="1" i="1">
                            <a:solidFill>
                              <a:srgbClr val="415D4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ar-AE" sz="2800" b="1">
                            <a:solidFill>
                              <a:srgbClr val="415D4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vi-VN" sz="2800" b="1" i="1">
                                <a:solidFill>
                                  <a:srgbClr val="415D4B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vi-VN" sz="2800" b="1" i="1">
                                <a:solidFill>
                                  <a:srgbClr val="415D4B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𝐞</m:t>
                            </m:r>
                          </m:e>
                          <m:sup>
                            <m:r>
                              <a:rPr lang="vi-VN" sz="2800" b="1" i="1">
                                <a:solidFill>
                                  <a:srgbClr val="415D4B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𝐋</m:t>
                            </m:r>
                          </m:sup>
                        </m:sSup>
                      </m:den>
                    </m:f>
                  </m:oMath>
                </a14:m>
                <a:endParaRPr lang="en-US" sz="2800" b="1" i="0" dirty="0">
                  <a:solidFill>
                    <a:srgbClr val="415D4B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l"/>
                <a:endParaRPr lang="vi-VN" sz="2400" b="0" i="0" dirty="0">
                  <a:solidFill>
                    <a:srgbClr val="415D4B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021055-D542-D8C9-2358-BF9B9264C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768" y="8191500"/>
                <a:ext cx="5638800" cy="1091453"/>
              </a:xfrm>
              <a:prstGeom prst="rect">
                <a:avLst/>
              </a:prstGeom>
              <a:blipFill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B3E44DF-5B6B-EEA0-085D-DE0E6B638EEA}"/>
              </a:ext>
            </a:extLst>
          </p:cNvPr>
          <p:cNvSpPr txBox="1"/>
          <p:nvPr/>
        </p:nvSpPr>
        <p:spPr>
          <a:xfrm>
            <a:off x="9930168" y="8354110"/>
            <a:ext cx="5081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</a:t>
            </a:r>
            <a:r>
              <a:rPr lang="en-US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en-US" sz="2400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nữ</a:t>
            </a:r>
            <a:r>
              <a:rPr lang="en-US" sz="2400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7B2AA1-B789-C4EF-A02A-2177903EC8BB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344533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C45A5-5F79-A453-1A25-6445A128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3B840D9F-B273-BEE2-4B40-200D71EF7B77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716212-C763-5EEC-0FF8-A6DC9D634CA1}"/>
              </a:ext>
            </a:extLst>
          </p:cNvPr>
          <p:cNvSpPr/>
          <p:nvPr/>
        </p:nvSpPr>
        <p:spPr>
          <a:xfrm>
            <a:off x="5257800" y="1736154"/>
            <a:ext cx="7696200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(AUC)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C769C-F940-7232-4D8F-271670B96E2F}"/>
              </a:ext>
            </a:extLst>
          </p:cNvPr>
          <p:cNvSpPr txBox="1"/>
          <p:nvPr/>
        </p:nvSpPr>
        <p:spPr>
          <a:xfrm>
            <a:off x="9411269" y="7991418"/>
            <a:ext cx="739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1600" i="1" dirty="0">
                <a:solidFill>
                  <a:srgbClr val="2A2A2A"/>
                </a:solidFill>
                <a:latin typeface="Arial"/>
              </a:rPr>
              <a:t>AUC (diện tích dưới đường cong ROC): 0,5 là phân biệt ngẫu nhiên, càng gần 1 càng phân biệt tốt. Mô hình kết hợp gồm tuổi, giới tính, AST, AFP.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E23B47-F018-AEC0-CC3D-8A565EA07B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69D80B95-6439-5AD1-C458-B45DA37A438B}"/>
              </a:ext>
            </a:extLst>
          </p:cNvPr>
          <p:cNvSpPr/>
          <p:nvPr/>
        </p:nvSpPr>
        <p:spPr>
          <a:xfrm>
            <a:off x="807720" y="9029701"/>
            <a:ext cx="16718280" cy="103663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CF6909-F2F9-FDE3-1B11-D9036F688229}"/>
              </a:ext>
            </a:extLst>
          </p:cNvPr>
          <p:cNvSpPr txBox="1"/>
          <p:nvPr/>
        </p:nvSpPr>
        <p:spPr>
          <a:xfrm>
            <a:off x="937402" y="9105900"/>
            <a:ext cx="16458916" cy="84805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600" b="1" dirty="0">
                <a:solidFill>
                  <a:srgbClr val="415D4B"/>
                </a:solidFill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vi-VN" sz="2600" dirty="0">
                <a:solidFill>
                  <a:srgbClr val="415D4B"/>
                </a:solidFill>
                <a:latin typeface="Arial"/>
              </a:rPr>
              <a:t>Mô hình kết hợp có AUC cao nhất (0,723, mức khá)</a:t>
            </a:r>
            <a:r>
              <a:rPr lang="en-US" sz="2600" dirty="0">
                <a:solidFill>
                  <a:srgbClr val="415D4B"/>
                </a:solidFill>
                <a:latin typeface="Arial"/>
              </a:rPr>
              <a:t>,</a:t>
            </a:r>
            <a:r>
              <a:rPr lang="vi-VN" sz="2600" dirty="0">
                <a:solidFill>
                  <a:srgbClr val="415D4B"/>
                </a:solidFill>
                <a:latin typeface="Arial"/>
              </a:rPr>
              <a:t> cao hơn tuổi và AFP có ý nghĩa; so với AST chưa khác biệt có ý nghĩa (p = 0,4319).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ACA4AE-EE52-1D7E-FFC8-26530DA4E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84" y="2638712"/>
            <a:ext cx="8261801" cy="601202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180D80B-0C50-1F9B-C595-39CBB979C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754923"/>
              </p:ext>
            </p:extLst>
          </p:nvPr>
        </p:nvGraphicFramePr>
        <p:xfrm>
          <a:off x="9448800" y="2638712"/>
          <a:ext cx="83210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16982114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3746065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42595177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Yếu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tố</a:t>
                      </a:r>
                      <a:endParaRPr sz="2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p so với mô hình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149657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2400" b="1" dirty="0" err="1">
                          <a:solidFill>
                            <a:srgbClr val="415D4B"/>
                          </a:solidFill>
                          <a:latin typeface="Arial"/>
                        </a:rPr>
                        <a:t>Mô</a:t>
                      </a:r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415D4B"/>
                          </a:solidFill>
                          <a:latin typeface="Arial"/>
                        </a:rPr>
                        <a:t>hình</a:t>
                      </a:r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415D4B"/>
                          </a:solidFill>
                          <a:latin typeface="Arial"/>
                        </a:rPr>
                        <a:t>kết</a:t>
                      </a:r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415D4B"/>
                          </a:solidFill>
                          <a:latin typeface="Arial"/>
                        </a:rPr>
                        <a:t>hợp</a:t>
                      </a:r>
                      <a:endParaRPr sz="2400" b="1" dirty="0">
                        <a:solidFill>
                          <a:srgbClr val="415D4B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15D4B"/>
                          </a:solidFill>
                          <a:latin typeface="Arial"/>
                        </a:rPr>
                        <a:t>0,723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b="1" dirty="0">
                        <a:solidFill>
                          <a:srgbClr val="415D4B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9012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AST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0,695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0,4319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7676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AFP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0,629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 dirty="0">
                          <a:solidFill>
                            <a:srgbClr val="415D4B"/>
                          </a:solidFill>
                          <a:latin typeface="Arial"/>
                        </a:rPr>
                        <a:t>0,0097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39178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Tuổi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15D4B"/>
                          </a:solidFill>
                          <a:latin typeface="Arial"/>
                        </a:rPr>
                        <a:t>0,610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1" dirty="0">
                          <a:solidFill>
                            <a:srgbClr val="415D4B"/>
                          </a:solidFill>
                          <a:latin typeface="Arial"/>
                        </a:rPr>
                        <a:t>0,0007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84523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DC09D96-5AC3-D578-79F7-D4148B48CC48}"/>
              </a:ext>
            </a:extLst>
          </p:cNvPr>
          <p:cNvSpPr txBox="1"/>
          <p:nvPr/>
        </p:nvSpPr>
        <p:spPr>
          <a:xfrm>
            <a:off x="9448800" y="7451198"/>
            <a:ext cx="832104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just"/>
            <a:r>
              <a:rPr sz="2400" b="1" dirty="0" err="1">
                <a:solidFill>
                  <a:srgbClr val="415D4B"/>
                </a:solidFill>
                <a:latin typeface="Arial"/>
              </a:rPr>
              <a:t>Kiểm</a:t>
            </a:r>
            <a:r>
              <a:rPr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415D4B"/>
                </a:solidFill>
                <a:latin typeface="Arial"/>
              </a:rPr>
              <a:t>định</a:t>
            </a:r>
            <a:r>
              <a:rPr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415D4B"/>
                </a:solidFill>
                <a:latin typeface="Arial"/>
              </a:rPr>
              <a:t>chung</a:t>
            </a:r>
            <a:r>
              <a:rPr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415D4B"/>
                </a:solidFill>
                <a:latin typeface="Arial"/>
              </a:rPr>
              <a:t>giữa</a:t>
            </a:r>
            <a:r>
              <a:rPr sz="2400" b="1" dirty="0">
                <a:solidFill>
                  <a:srgbClr val="415D4B"/>
                </a:solidFill>
                <a:latin typeface="Arial"/>
              </a:rPr>
              <a:t> 4 AUC: p = 0,0001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868F88-09B1-8AA3-9324-C6B563722C04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1281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C3A9B-098D-270D-8BDC-3AED47B8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B2B92097-0673-9A2F-1209-F0E09EDCCF11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A609D5-5C8E-E32C-82C2-39FAE4D8D752}"/>
              </a:ext>
            </a:extLst>
          </p:cNvPr>
          <p:cNvSpPr/>
          <p:nvPr/>
        </p:nvSpPr>
        <p:spPr>
          <a:xfrm>
            <a:off x="5181600" y="1736154"/>
            <a:ext cx="7772400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cắt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endParaRPr lang="en-US" sz="28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D1330-9ABC-1373-9FE3-5D35AB4C672F}"/>
              </a:ext>
            </a:extLst>
          </p:cNvPr>
          <p:cNvSpPr txBox="1"/>
          <p:nvPr/>
        </p:nvSpPr>
        <p:spPr>
          <a:xfrm>
            <a:off x="5029200" y="8279368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i="1" dirty="0">
                <a:solidFill>
                  <a:srgbClr val="2A2A2A"/>
                </a:solidFill>
                <a:latin typeface="Arial"/>
              </a:rPr>
              <a:t>Điểm cắt xác suất tối ưu được xác định theo chỉ số Youden (0,364)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F5B4D-59C9-7D3C-4161-FA4308E8B8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BDCFD3AB-7D54-B083-4D34-8364E0F8E356}"/>
              </a:ext>
            </a:extLst>
          </p:cNvPr>
          <p:cNvSpPr/>
          <p:nvPr/>
        </p:nvSpPr>
        <p:spPr>
          <a:xfrm>
            <a:off x="807720" y="8779859"/>
            <a:ext cx="16718280" cy="103663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E4ED04-9B2B-0631-051E-11C33ED258BD}"/>
              </a:ext>
            </a:extLst>
          </p:cNvPr>
          <p:cNvSpPr txBox="1"/>
          <p:nvPr/>
        </p:nvSpPr>
        <p:spPr>
          <a:xfrm>
            <a:off x="960262" y="8874149"/>
            <a:ext cx="16458916" cy="84805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600" b="1" dirty="0">
                <a:solidFill>
                  <a:srgbClr val="415D4B"/>
                </a:solidFill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vi-VN" sz="2600" dirty="0">
                <a:solidFill>
                  <a:srgbClr val="415D4B"/>
                </a:solidFill>
                <a:latin typeface="Arial"/>
              </a:rPr>
              <a:t>Độ đặc hiệu cao nhưng độ nhạy còn hạn chế: mô hình phù hợp để nhận diện nhóm nguy cơ cao hơn là để loại trừ xơ hóa gan.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377844-3CD8-BFAA-826B-234375BF0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860474"/>
              </p:ext>
            </p:extLst>
          </p:nvPr>
        </p:nvGraphicFramePr>
        <p:xfrm>
          <a:off x="3886200" y="2633471"/>
          <a:ext cx="10363200" cy="5508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8078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Chỉ số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15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078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Độ nhạy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15D4B"/>
                          </a:solidFill>
                          <a:latin typeface="Arial"/>
                        </a:rPr>
                        <a:t>46,48%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078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Độ đặc hiệu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15D4B"/>
                          </a:solidFill>
                          <a:latin typeface="Arial"/>
                        </a:rPr>
                        <a:t>89,96%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078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Giá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trị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dự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đoán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dương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(PPV)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15D4B"/>
                          </a:solidFill>
                          <a:latin typeface="Arial"/>
                        </a:rPr>
                        <a:t>57,89%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8078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415D4B"/>
                          </a:solidFill>
                          <a:latin typeface="Arial"/>
                        </a:rPr>
                        <a:t>Giá trị dự đoán âm (NPV)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415D4B"/>
                          </a:solidFill>
                          <a:latin typeface="Arial"/>
                        </a:rPr>
                        <a:t>84,98%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8078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Tỷ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lệ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phân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loại</a:t>
                      </a:r>
                      <a:r>
                        <a:rPr sz="2400" b="0" dirty="0">
                          <a:solidFill>
                            <a:srgbClr val="415D4B"/>
                          </a:solidFill>
                          <a:latin typeface="Arial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415D4B"/>
                          </a:solidFill>
                          <a:latin typeface="Arial"/>
                        </a:rPr>
                        <a:t>đúng</a:t>
                      </a:r>
                      <a:endParaRPr sz="2400" b="0" dirty="0">
                        <a:solidFill>
                          <a:srgbClr val="415D4B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415D4B"/>
                          </a:solidFill>
                          <a:latin typeface="Arial"/>
                        </a:rPr>
                        <a:t>80,00%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4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A8"/>
                      </a:solidFill>
                      <a:prstDash val="solid"/>
                    </a:lnB>
                    <a:solidFill>
                      <a:srgbClr val="EF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31776A71-1FD2-5063-B49A-00331F075E98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27995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F8B79-B8C8-25E1-4D69-A716C306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95FB1EEC-C327-88BE-8109-A2B09078E981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QUẢ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34BAE5-0361-B374-A518-F5DAD82662C5}"/>
              </a:ext>
            </a:extLst>
          </p:cNvPr>
          <p:cNvSpPr/>
          <p:nvPr/>
        </p:nvSpPr>
        <p:spPr>
          <a:xfrm>
            <a:off x="5181600" y="1736154"/>
            <a:ext cx="7772400" cy="722164"/>
          </a:xfrm>
          <a:prstGeom prst="roundRect">
            <a:avLst/>
          </a:prstGeom>
          <a:solidFill>
            <a:srgbClr val="E7EFDD"/>
          </a:solidFill>
          <a:ln>
            <a:solidFill>
              <a:srgbClr val="C7D3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8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endParaRPr lang="en-US" sz="28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B8BB97-03CE-D26B-AED0-81468A2F06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2501DA44-4E05-8FDD-8310-4B1C171BE74F}"/>
              </a:ext>
            </a:extLst>
          </p:cNvPr>
          <p:cNvSpPr/>
          <p:nvPr/>
        </p:nvSpPr>
        <p:spPr>
          <a:xfrm>
            <a:off x="883920" y="8953500"/>
            <a:ext cx="16718280" cy="103663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877CA9-3AC6-2793-2289-2E68DD754BDE}"/>
              </a:ext>
            </a:extLst>
          </p:cNvPr>
          <p:cNvSpPr txBox="1"/>
          <p:nvPr/>
        </p:nvSpPr>
        <p:spPr>
          <a:xfrm>
            <a:off x="1036462" y="9257846"/>
            <a:ext cx="16458916" cy="42793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vi-VN" sz="2600" dirty="0">
                <a:solidFill>
                  <a:srgbClr val="415D4B"/>
                </a:solidFill>
                <a:latin typeface="Arial"/>
              </a:rPr>
              <a:t>Xác suất dự đoán tương đối </a:t>
            </a:r>
            <a:r>
              <a:rPr lang="en-US" sz="2600" dirty="0" err="1">
                <a:solidFill>
                  <a:srgbClr val="415D4B"/>
                </a:solidFill>
                <a:latin typeface="Arial"/>
              </a:rPr>
              <a:t>gần</a:t>
            </a:r>
            <a:r>
              <a:rPr lang="vi-VN" sz="2600" dirty="0">
                <a:solidFill>
                  <a:srgbClr val="415D4B"/>
                </a:solidFill>
                <a:latin typeface="Arial"/>
              </a:rPr>
              <a:t> tỷ lệ xơ hóa quan sát được; AUC chỉ giảm nhẹ sau nội kiểm (0,723 → 0,707).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C49330-DC5E-DD4E-5878-E1AEB3C3C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58" y="2546475"/>
            <a:ext cx="8192436" cy="5961544"/>
          </a:xfrm>
          <a:prstGeom prst="rect">
            <a:avLst/>
          </a:prstGeom>
        </p:spPr>
      </p:pic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786A1216-BD9C-7D11-B543-9F1540647516}"/>
              </a:ext>
            </a:extLst>
          </p:cNvPr>
          <p:cNvSpPr/>
          <p:nvPr/>
        </p:nvSpPr>
        <p:spPr>
          <a:xfrm>
            <a:off x="9525000" y="2697480"/>
            <a:ext cx="797037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79D370-0465-96F6-837A-4941873DAB8E}"/>
              </a:ext>
            </a:extLst>
          </p:cNvPr>
          <p:cNvSpPr txBox="1"/>
          <p:nvPr/>
        </p:nvSpPr>
        <p:spPr>
          <a:xfrm>
            <a:off x="9799320" y="2938320"/>
            <a:ext cx="768096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6F8B76"/>
                </a:solidFill>
                <a:latin typeface="Arial"/>
              </a:rPr>
              <a:t>Hosmer-</a:t>
            </a:r>
            <a:r>
              <a:rPr lang="en-US" sz="2800" b="1" i="0" dirty="0" err="1">
                <a:solidFill>
                  <a:srgbClr val="6F8B76"/>
                </a:solidFill>
                <a:latin typeface="Arial"/>
              </a:rPr>
              <a:t>Lemeshow</a:t>
            </a:r>
            <a:endParaRPr sz="2800" b="1" i="0" dirty="0">
              <a:solidFill>
                <a:srgbClr val="6F8B76"/>
              </a:solidFill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056248-F8CC-B82B-7796-112BFD07302D}"/>
              </a:ext>
            </a:extLst>
          </p:cNvPr>
          <p:cNvSpPr txBox="1"/>
          <p:nvPr/>
        </p:nvSpPr>
        <p:spPr>
          <a:xfrm>
            <a:off x="9677400" y="3666913"/>
            <a:ext cx="7680960" cy="59093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600" b="1" i="0" dirty="0">
                <a:solidFill>
                  <a:srgbClr val="415D4B"/>
                </a:solidFill>
                <a:latin typeface="Arial"/>
              </a:rPr>
              <a:t>p = 0,888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51D591-6250-34AF-B05E-8195A52EC8F2}"/>
              </a:ext>
            </a:extLst>
          </p:cNvPr>
          <p:cNvSpPr txBox="1"/>
          <p:nvPr/>
        </p:nvSpPr>
        <p:spPr>
          <a:xfrm>
            <a:off x="9753600" y="4549315"/>
            <a:ext cx="7680960" cy="39780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 dirty="0" err="1">
                <a:solidFill>
                  <a:srgbClr val="415D4B"/>
                </a:solidFill>
                <a:latin typeface="Arial"/>
              </a:rPr>
              <a:t>Chưa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ghi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nhận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bằng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chứng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thiếu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phù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hợp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của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mô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hình</a:t>
            </a:r>
            <a:endParaRPr sz="2400" b="0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27B4AD4C-14CB-BAD4-C98E-9B2E7465547D}"/>
              </a:ext>
            </a:extLst>
          </p:cNvPr>
          <p:cNvSpPr/>
          <p:nvPr/>
        </p:nvSpPr>
        <p:spPr>
          <a:xfrm>
            <a:off x="9525000" y="5577840"/>
            <a:ext cx="797037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204D48-A3E5-E939-88EF-93AD4EC56454}"/>
              </a:ext>
            </a:extLst>
          </p:cNvPr>
          <p:cNvSpPr txBox="1"/>
          <p:nvPr/>
        </p:nvSpPr>
        <p:spPr>
          <a:xfrm>
            <a:off x="9799320" y="5818680"/>
            <a:ext cx="768096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 err="1">
                <a:solidFill>
                  <a:srgbClr val="6F8B76"/>
                </a:solidFill>
                <a:latin typeface="Arial"/>
              </a:rPr>
              <a:t>N</a:t>
            </a:r>
            <a:r>
              <a:rPr lang="en-US" sz="2800" b="1" i="0" dirty="0" err="1">
                <a:solidFill>
                  <a:srgbClr val="6F8B76"/>
                </a:solidFill>
                <a:latin typeface="Arial"/>
              </a:rPr>
              <a:t>ội</a:t>
            </a:r>
            <a:r>
              <a:rPr lang="en-US" sz="28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lang="en-US" sz="2800" b="1" i="0" dirty="0" err="1">
                <a:solidFill>
                  <a:srgbClr val="6F8B76"/>
                </a:solidFill>
                <a:latin typeface="Arial"/>
              </a:rPr>
              <a:t>kiểm</a:t>
            </a:r>
            <a:r>
              <a:rPr sz="2800" b="1" i="0" dirty="0">
                <a:solidFill>
                  <a:srgbClr val="6F8B76"/>
                </a:solidFill>
                <a:latin typeface="Arial"/>
              </a:rPr>
              <a:t> </a:t>
            </a:r>
            <a:r>
              <a:rPr lang="en-US" sz="2800" b="1" i="0" dirty="0">
                <a:solidFill>
                  <a:srgbClr val="6F8B76"/>
                </a:solidFill>
                <a:latin typeface="Arial"/>
              </a:rPr>
              <a:t>bootstrap</a:t>
            </a:r>
            <a:r>
              <a:rPr sz="2800" b="1" i="0" dirty="0">
                <a:solidFill>
                  <a:srgbClr val="6F8B76"/>
                </a:solidFill>
                <a:latin typeface="Arial"/>
              </a:rPr>
              <a:t> (1.000 </a:t>
            </a:r>
            <a:r>
              <a:rPr lang="en-US" sz="2800" b="1" dirty="0" err="1">
                <a:solidFill>
                  <a:srgbClr val="6F8B76"/>
                </a:solidFill>
                <a:latin typeface="Arial"/>
              </a:rPr>
              <a:t>lần</a:t>
            </a:r>
            <a:r>
              <a:rPr sz="2800" b="1" i="0" dirty="0">
                <a:solidFill>
                  <a:srgbClr val="6F8B76"/>
                </a:solidFill>
                <a:latin typeface="Arial"/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9D72BA-9ADE-5029-477D-3F84C0A2E103}"/>
              </a:ext>
            </a:extLst>
          </p:cNvPr>
          <p:cNvSpPr txBox="1"/>
          <p:nvPr/>
        </p:nvSpPr>
        <p:spPr>
          <a:xfrm>
            <a:off x="9707880" y="6609969"/>
            <a:ext cx="7680960" cy="59093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600" b="1" i="0" dirty="0">
                <a:solidFill>
                  <a:srgbClr val="415D4B"/>
                </a:solidFill>
                <a:latin typeface="Arial"/>
              </a:rPr>
              <a:t>0,723 − 0,016 = 0,707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3E96E1-D1AE-C23F-8E75-899D7069C72E}"/>
              </a:ext>
            </a:extLst>
          </p:cNvPr>
          <p:cNvSpPr txBox="1"/>
          <p:nvPr/>
        </p:nvSpPr>
        <p:spPr>
          <a:xfrm>
            <a:off x="9814560" y="7488899"/>
            <a:ext cx="7680960" cy="39780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 dirty="0">
                <a:solidFill>
                  <a:srgbClr val="415D4B"/>
                </a:solidFill>
                <a:latin typeface="Arial"/>
              </a:rPr>
              <a:t>AUC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biểu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kiến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−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mức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lạc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quan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= AUC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sau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hiệu</a:t>
            </a:r>
            <a:r>
              <a:rPr sz="2400" b="0" i="0" dirty="0">
                <a:solidFill>
                  <a:srgbClr val="415D4B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15D4B"/>
                </a:solidFill>
                <a:latin typeface="Arial"/>
              </a:rPr>
              <a:t>chỉnh</a:t>
            </a:r>
            <a:endParaRPr sz="2400" b="0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B5CE76-6C21-E4C2-117F-9915339577FF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70033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4">
            <a:extLst>
              <a:ext uri="{FF2B5EF4-FFF2-40B4-BE49-F238E27FC236}">
                <a16:creationId xmlns:a16="http://schemas.microsoft.com/office/drawing/2014/main" id="{F060A790-0BC9-4818-4A5E-6FD2E62E9495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KẾT LUẬN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CD53102-08A3-4485-BDCE-7EAB07FECA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2C7DBB40-43C2-3BC8-3588-54D3CBE992E1}"/>
              </a:ext>
            </a:extLst>
          </p:cNvPr>
          <p:cNvSpPr/>
          <p:nvPr/>
        </p:nvSpPr>
        <p:spPr>
          <a:xfrm>
            <a:off x="980819" y="2287479"/>
            <a:ext cx="8138160" cy="72466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D8A0AC-D3EA-5423-E13A-BBB5306D7937}"/>
              </a:ext>
            </a:extLst>
          </p:cNvPr>
          <p:cNvSpPr txBox="1"/>
          <p:nvPr/>
        </p:nvSpPr>
        <p:spPr>
          <a:xfrm>
            <a:off x="2110627" y="2593307"/>
            <a:ext cx="6728574" cy="1421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 dirty="0">
                <a:solidFill>
                  <a:srgbClr val="415D4B"/>
                </a:solidFill>
                <a:latin typeface="Arial"/>
              </a:rPr>
              <a:t>MỤC TIÊU 1</a:t>
            </a:r>
            <a:endParaRPr lang="en-US" sz="2800" b="1" i="0" dirty="0">
              <a:solidFill>
                <a:srgbClr val="415D4B"/>
              </a:solidFill>
              <a:latin typeface="Arial"/>
            </a:endParaRPr>
          </a:p>
          <a:p>
            <a:pPr algn="l"/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Nồng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độ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các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chỉ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số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và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mối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liên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quan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với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xơ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hóa</a:t>
            </a:r>
            <a:r>
              <a:rPr lang="en-US" sz="2400" b="1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415D4B"/>
                </a:solidFill>
                <a:latin typeface="Arial"/>
              </a:rPr>
              <a:t>gan</a:t>
            </a:r>
            <a:endParaRPr sz="2400" b="1" i="0" dirty="0">
              <a:solidFill>
                <a:srgbClr val="415D4B"/>
              </a:solidFill>
              <a:latin typeface="Arial"/>
            </a:endParaRPr>
          </a:p>
        </p:txBody>
      </p:sp>
      <p:cxnSp>
        <p:nvCxnSpPr>
          <p:cNvPr id="46" name="Connector 10">
            <a:extLst>
              <a:ext uri="{FF2B5EF4-FFF2-40B4-BE49-F238E27FC236}">
                <a16:creationId xmlns:a16="http://schemas.microsoft.com/office/drawing/2014/main" id="{6DD0241E-7B6A-48CD-2FEB-9DBE9A594288}"/>
              </a:ext>
            </a:extLst>
          </p:cNvPr>
          <p:cNvCxnSpPr>
            <a:cxnSpLocks/>
          </p:cNvCxnSpPr>
          <p:nvPr/>
        </p:nvCxnSpPr>
        <p:spPr>
          <a:xfrm>
            <a:off x="1127760" y="4152900"/>
            <a:ext cx="7406640" cy="0"/>
          </a:xfrm>
          <a:prstGeom prst="line">
            <a:avLst/>
          </a:prstGeom>
          <a:ln w="12700">
            <a:solidFill>
              <a:srgbClr val="C9C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14">
            <a:extLst>
              <a:ext uri="{FF2B5EF4-FFF2-40B4-BE49-F238E27FC236}">
                <a16:creationId xmlns:a16="http://schemas.microsoft.com/office/drawing/2014/main" id="{15C49DAC-A639-42A9-24B9-06E24EC19071}"/>
              </a:ext>
            </a:extLst>
          </p:cNvPr>
          <p:cNvSpPr/>
          <p:nvPr/>
        </p:nvSpPr>
        <p:spPr>
          <a:xfrm>
            <a:off x="9357360" y="2287479"/>
            <a:ext cx="8138160" cy="7246620"/>
          </a:xfrm>
          <a:prstGeom prst="roundRect">
            <a:avLst>
              <a:gd name="adj" fmla="val 4000"/>
            </a:avLst>
          </a:prstGeom>
          <a:solidFill>
            <a:srgbClr val="EFEBDD"/>
          </a:solidFill>
          <a:ln w="12700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19">
            <a:extLst>
              <a:ext uri="{FF2B5EF4-FFF2-40B4-BE49-F238E27FC236}">
                <a16:creationId xmlns:a16="http://schemas.microsoft.com/office/drawing/2014/main" id="{5AFBC69B-146B-B6AC-3A0C-7FA7DECF5F5C}"/>
              </a:ext>
            </a:extLst>
          </p:cNvPr>
          <p:cNvCxnSpPr>
            <a:cxnSpLocks/>
          </p:cNvCxnSpPr>
          <p:nvPr/>
        </p:nvCxnSpPr>
        <p:spPr>
          <a:xfrm>
            <a:off x="9723120" y="4152900"/>
            <a:ext cx="7406640" cy="0"/>
          </a:xfrm>
          <a:prstGeom prst="line">
            <a:avLst/>
          </a:prstGeom>
          <a:ln w="12700">
            <a:solidFill>
              <a:srgbClr val="C9C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95EE3F94-3521-4F77-07B9-57B76808AAA3}"/>
              </a:ext>
            </a:extLst>
          </p:cNvPr>
          <p:cNvSpPr/>
          <p:nvPr/>
        </p:nvSpPr>
        <p:spPr>
          <a:xfrm>
            <a:off x="1127760" y="2668196"/>
            <a:ext cx="835926" cy="830092"/>
          </a:xfrm>
          <a:prstGeom prst="ellipse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5609C5-D970-413B-A3EC-B30FF3BC0F0D}"/>
              </a:ext>
            </a:extLst>
          </p:cNvPr>
          <p:cNvSpPr txBox="1"/>
          <p:nvPr/>
        </p:nvSpPr>
        <p:spPr>
          <a:xfrm>
            <a:off x="10492626" y="2578572"/>
            <a:ext cx="7002894" cy="10525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 dirty="0">
                <a:solidFill>
                  <a:srgbClr val="415D4B"/>
                </a:solidFill>
                <a:latin typeface="Arial"/>
              </a:rPr>
              <a:t>MỤC TIÊU </a:t>
            </a:r>
            <a:r>
              <a:rPr lang="en-US" sz="2800" b="1" dirty="0">
                <a:solidFill>
                  <a:srgbClr val="415D4B"/>
                </a:solidFill>
                <a:latin typeface="Arial"/>
              </a:rPr>
              <a:t>2</a:t>
            </a:r>
            <a:endParaRPr lang="en-US" sz="2800" b="1" i="0" dirty="0">
              <a:solidFill>
                <a:srgbClr val="415D4B"/>
              </a:solidFill>
              <a:latin typeface="Arial"/>
            </a:endParaRPr>
          </a:p>
          <a:p>
            <a:pPr algn="l"/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Mô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hình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kết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hợp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dự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đoán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nguy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cơ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xơ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hóa</a:t>
            </a:r>
            <a:r>
              <a:rPr lang="en-US" sz="2400" b="1" i="0" dirty="0">
                <a:solidFill>
                  <a:srgbClr val="415D4B"/>
                </a:solidFill>
                <a:latin typeface="Arial"/>
              </a:rPr>
              <a:t> </a:t>
            </a:r>
            <a:r>
              <a:rPr lang="en-US" sz="2400" b="1" i="0" dirty="0" err="1">
                <a:solidFill>
                  <a:srgbClr val="415D4B"/>
                </a:solidFill>
                <a:latin typeface="Arial"/>
              </a:rPr>
              <a:t>gan</a:t>
            </a:r>
            <a:endParaRPr sz="24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B1719D1-1E84-7462-0E9C-105E8C8DD8D3}"/>
              </a:ext>
            </a:extLst>
          </p:cNvPr>
          <p:cNvSpPr/>
          <p:nvPr/>
        </p:nvSpPr>
        <p:spPr>
          <a:xfrm>
            <a:off x="9509759" y="2653461"/>
            <a:ext cx="835926" cy="830092"/>
          </a:xfrm>
          <a:prstGeom prst="ellipse">
            <a:avLst/>
          </a:prstGeom>
          <a:solidFill>
            <a:srgbClr val="415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7F60EB-C945-EAB2-082A-6041652494A9}"/>
              </a:ext>
            </a:extLst>
          </p:cNvPr>
          <p:cNvSpPr txBox="1"/>
          <p:nvPr/>
        </p:nvSpPr>
        <p:spPr>
          <a:xfrm>
            <a:off x="1545723" y="4517750"/>
            <a:ext cx="6888480" cy="45342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4572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2600" b="0" i="0" dirty="0" err="1">
                <a:solidFill>
                  <a:srgbClr val="2A2A2A"/>
                </a:solidFill>
                <a:latin typeface="Arial"/>
              </a:rPr>
              <a:t>Xơ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hóa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gan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có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ý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nghĩa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(≥F2): 22,9%;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HBeAg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âm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tính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: 81,6%.</a:t>
            </a:r>
            <a:endParaRPr lang="en-US" sz="2600" b="0" i="0" dirty="0">
              <a:solidFill>
                <a:srgbClr val="2A2A2A"/>
              </a:solidFill>
              <a:latin typeface="Arial"/>
            </a:endParaRPr>
          </a:p>
          <a:p>
            <a:pPr marL="4572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2A2A2A"/>
              </a:solidFill>
              <a:latin typeface="Arial"/>
            </a:endParaRPr>
          </a:p>
          <a:p>
            <a:pPr marL="4572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sz="2600" dirty="0">
                <a:solidFill>
                  <a:srgbClr val="2A2A2A"/>
                </a:solidFill>
                <a:latin typeface="Arial"/>
              </a:rPr>
              <a:t>AST, ALT, AFP tương quan thuận với độ cứng gan (r = 0,321; 0,354; 0,183).</a:t>
            </a:r>
          </a:p>
          <a:p>
            <a:pPr marL="4572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2600" b="0" i="0" dirty="0">
              <a:solidFill>
                <a:srgbClr val="2A2A2A"/>
              </a:solidFill>
              <a:latin typeface="Arial"/>
            </a:endParaRPr>
          </a:p>
          <a:p>
            <a:pPr marL="4572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A2A2A"/>
                </a:solidFill>
                <a:latin typeface="Arial"/>
              </a:rPr>
              <a:t>T</a:t>
            </a:r>
            <a:r>
              <a:rPr lang="vi-VN" sz="2600" dirty="0">
                <a:solidFill>
                  <a:srgbClr val="2A2A2A"/>
                </a:solidFill>
                <a:latin typeface="Arial"/>
              </a:rPr>
              <a:t>uổi, giới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tính</a:t>
            </a:r>
            <a:r>
              <a:rPr lang="vi-VN" sz="2600" dirty="0">
                <a:solidFill>
                  <a:srgbClr val="2A2A2A"/>
                </a:solidFill>
                <a:latin typeface="Arial"/>
              </a:rPr>
              <a:t>, AST, ALT, AFP, HBV-DNA ≥20.000 liên quan có ý nghĩa với xơ hóa gan; HBeAg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chưa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ghi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nhận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có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ý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nghĩa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.</a:t>
            </a:r>
            <a:endParaRPr lang="vi-VN" sz="2600" dirty="0">
              <a:solidFill>
                <a:srgbClr val="2A2A2A"/>
              </a:solidFill>
              <a:latin typeface="Arial"/>
            </a:endParaRPr>
          </a:p>
          <a:p>
            <a:pPr algn="l">
              <a:lnSpc>
                <a:spcPct val="115000"/>
              </a:lnSpc>
            </a:pPr>
            <a:endParaRPr sz="22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F7E55D-CC63-7846-0C25-C0C005B86059}"/>
              </a:ext>
            </a:extLst>
          </p:cNvPr>
          <p:cNvSpPr txBox="1"/>
          <p:nvPr/>
        </p:nvSpPr>
        <p:spPr>
          <a:xfrm>
            <a:off x="9982200" y="4580423"/>
            <a:ext cx="6775317" cy="31538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4572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2A2A2A"/>
                </a:solidFill>
                <a:latin typeface="Arial"/>
              </a:rPr>
              <a:t>Mô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hình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: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Tuổi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+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Giới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tính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+ AST + AFP 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có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AUC = 0,723 (</a:t>
            </a:r>
            <a:r>
              <a:rPr lang="en-US" sz="2600" dirty="0" err="1">
                <a:solidFill>
                  <a:srgbClr val="2A2A2A"/>
                </a:solidFill>
                <a:latin typeface="Arial"/>
              </a:rPr>
              <a:t>sau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Bootstrap: 0,707).</a:t>
            </a:r>
          </a:p>
          <a:p>
            <a:pPr marL="4572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2600" b="0" i="0" dirty="0">
              <a:solidFill>
                <a:srgbClr val="2A2A2A"/>
              </a:solidFill>
              <a:latin typeface="Arial"/>
            </a:endParaRPr>
          </a:p>
          <a:p>
            <a:pPr marL="457200" indent="-4572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sz="2600" dirty="0">
                <a:solidFill>
                  <a:srgbClr val="2A2A2A"/>
                </a:solidFill>
                <a:latin typeface="Arial"/>
              </a:rPr>
              <a:t>Độ nhạy 46,48%,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 </a:t>
            </a:r>
            <a:r>
              <a:rPr lang="vi-VN" sz="2600" dirty="0">
                <a:solidFill>
                  <a:srgbClr val="2A2A2A"/>
                </a:solidFill>
                <a:latin typeface="Arial"/>
              </a:rPr>
              <a:t>độ đặc hiệu 89,96%; chưa vượt trội có ý nghĩa so với AST đơn thuần.</a:t>
            </a:r>
          </a:p>
          <a:p>
            <a:pPr algn="l">
              <a:lnSpc>
                <a:spcPct val="115000"/>
              </a:lnSpc>
            </a:pPr>
            <a:endParaRPr sz="22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76A7FDB-7F85-5FF9-AB1F-62AFC20EC152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69D80-7C38-6233-9194-C3471E89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4">
            <a:extLst>
              <a:ext uri="{FF2B5EF4-FFF2-40B4-BE49-F238E27FC236}">
                <a16:creationId xmlns:a16="http://schemas.microsoft.com/office/drawing/2014/main" id="{E1EC2DE1-475B-FF5D-86E1-118D38E26E0F}"/>
              </a:ext>
            </a:extLst>
          </p:cNvPr>
          <p:cNvSpPr txBox="1"/>
          <p:nvPr/>
        </p:nvSpPr>
        <p:spPr>
          <a:xfrm>
            <a:off x="1058270" y="723900"/>
            <a:ext cx="13343530" cy="954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26"/>
              </a:lnSpc>
            </a:pPr>
            <a:r>
              <a:rPr lang="en-US" sz="5400" b="1" dirty="0">
                <a:solidFill>
                  <a:srgbClr val="415D4B"/>
                </a:solidFill>
                <a:latin typeface="Arial" panose="020B0604020202020204" pitchFamily="34" charset="0"/>
                <a:ea typeface="The Seasons"/>
                <a:cs typeface="Arial" panose="020B0604020202020204" pitchFamily="34" charset="0"/>
                <a:sym typeface="The Seasons"/>
              </a:rPr>
              <a:t>KIẾN NGHỊ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3F11560-AA93-1332-5396-7B8BF1CCD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-571500"/>
            <a:ext cx="5715000" cy="3810000"/>
          </a:xfrm>
          <a:prstGeom prst="rect">
            <a:avLst/>
          </a:prstGeom>
        </p:spPr>
      </p:pic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0F1AB95C-99B5-96A8-E202-F61707818508}"/>
              </a:ext>
            </a:extLst>
          </p:cNvPr>
          <p:cNvSpPr/>
          <p:nvPr/>
        </p:nvSpPr>
        <p:spPr>
          <a:xfrm>
            <a:off x="1085680" y="2488442"/>
            <a:ext cx="7696200" cy="66936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7">
            <a:extLst>
              <a:ext uri="{FF2B5EF4-FFF2-40B4-BE49-F238E27FC236}">
                <a16:creationId xmlns:a16="http://schemas.microsoft.com/office/drawing/2014/main" id="{BA9F243F-AC63-A971-C7BA-4A69EEEC1A99}"/>
              </a:ext>
            </a:extLst>
          </p:cNvPr>
          <p:cNvCxnSpPr>
            <a:cxnSpLocks/>
          </p:cNvCxnSpPr>
          <p:nvPr/>
        </p:nvCxnSpPr>
        <p:spPr>
          <a:xfrm>
            <a:off x="1411520" y="3611880"/>
            <a:ext cx="7004407" cy="0"/>
          </a:xfrm>
          <a:prstGeom prst="line">
            <a:avLst/>
          </a:prstGeom>
          <a:ln w="12700">
            <a:solidFill>
              <a:srgbClr val="C9C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1">
            <a:extLst>
              <a:ext uri="{FF2B5EF4-FFF2-40B4-BE49-F238E27FC236}">
                <a16:creationId xmlns:a16="http://schemas.microsoft.com/office/drawing/2014/main" id="{56307DD4-5940-427D-2C35-2FCDDFC1FA1D}"/>
              </a:ext>
            </a:extLst>
          </p:cNvPr>
          <p:cNvSpPr/>
          <p:nvPr/>
        </p:nvSpPr>
        <p:spPr>
          <a:xfrm>
            <a:off x="9641120" y="2476500"/>
            <a:ext cx="7696200" cy="6693658"/>
          </a:xfrm>
          <a:prstGeom prst="roundRect">
            <a:avLst>
              <a:gd name="adj" fmla="val 4000"/>
            </a:avLst>
          </a:prstGeom>
          <a:solidFill>
            <a:srgbClr val="EFEBDD"/>
          </a:solidFill>
          <a:ln w="12700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13">
            <a:extLst>
              <a:ext uri="{FF2B5EF4-FFF2-40B4-BE49-F238E27FC236}">
                <a16:creationId xmlns:a16="http://schemas.microsoft.com/office/drawing/2014/main" id="{C6B4B5BE-E2E7-3714-F061-5D9E2877F401}"/>
              </a:ext>
            </a:extLst>
          </p:cNvPr>
          <p:cNvCxnSpPr>
            <a:cxnSpLocks/>
          </p:cNvCxnSpPr>
          <p:nvPr/>
        </p:nvCxnSpPr>
        <p:spPr>
          <a:xfrm>
            <a:off x="10006880" y="3611880"/>
            <a:ext cx="7004407" cy="0"/>
          </a:xfrm>
          <a:prstGeom prst="line">
            <a:avLst/>
          </a:prstGeom>
          <a:ln w="12700">
            <a:solidFill>
              <a:srgbClr val="C9C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8F49161-A883-1F13-7E1B-6A23B09BB964}"/>
              </a:ext>
            </a:extLst>
          </p:cNvPr>
          <p:cNvSpPr txBox="1"/>
          <p:nvPr/>
        </p:nvSpPr>
        <p:spPr>
          <a:xfrm>
            <a:off x="1411520" y="2952496"/>
            <a:ext cx="4718598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>
                <a:solidFill>
                  <a:srgbClr val="415D4B"/>
                </a:solidFill>
                <a:latin typeface="Arial"/>
              </a:rPr>
              <a:t>ỨNG DỤNG THỰC HÀNH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70E372-5181-8A72-3CC1-4C5E82C87CC3}"/>
              </a:ext>
            </a:extLst>
          </p:cNvPr>
          <p:cNvSpPr txBox="1"/>
          <p:nvPr/>
        </p:nvSpPr>
        <p:spPr>
          <a:xfrm>
            <a:off x="10006880" y="2952496"/>
            <a:ext cx="5918920" cy="46781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415D4B"/>
                </a:solidFill>
                <a:latin typeface="Arial"/>
              </a:rPr>
              <a:t>HƯỚNG NGHIÊN CỨU TIẾP THEO</a:t>
            </a:r>
            <a:endParaRPr sz="2800" b="1" i="0" dirty="0">
              <a:solidFill>
                <a:srgbClr val="415D4B"/>
              </a:solidFill>
              <a:latin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51DA9A-3C3B-9C78-5146-68ABC40681AC}"/>
              </a:ext>
            </a:extLst>
          </p:cNvPr>
          <p:cNvSpPr txBox="1"/>
          <p:nvPr/>
        </p:nvSpPr>
        <p:spPr>
          <a:xfrm>
            <a:off x="1600200" y="4076700"/>
            <a:ext cx="6496317" cy="4812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sz="2600" b="0" i="0" dirty="0">
                <a:solidFill>
                  <a:srgbClr val="2A2A2A"/>
                </a:solidFill>
                <a:latin typeface="Arial"/>
              </a:rPr>
              <a:t>• 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Cơ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sở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chưa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có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FibroScan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: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dùng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mô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hình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Tuổi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600" b="0" i="0" dirty="0">
                <a:solidFill>
                  <a:srgbClr val="2A2A2A"/>
                </a:solidFill>
                <a:latin typeface="Arial"/>
              </a:rPr>
              <a:t>-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Giới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tính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lang="en-US" sz="2600" b="0" i="0" dirty="0">
                <a:solidFill>
                  <a:srgbClr val="2A2A2A"/>
                </a:solidFill>
                <a:latin typeface="Arial"/>
              </a:rPr>
              <a:t>-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AST </a:t>
            </a:r>
            <a:r>
              <a:rPr lang="en-US" sz="2600" b="0" i="0" dirty="0">
                <a:solidFill>
                  <a:srgbClr val="2A2A2A"/>
                </a:solidFill>
                <a:latin typeface="Arial"/>
              </a:rPr>
              <a:t>-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AFP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hỗ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trợ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bước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đầu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phân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tầng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nguy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cơ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xơ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hóa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gan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.</a:t>
            </a:r>
            <a:endParaRPr lang="en-US" sz="2600" b="0" i="0" dirty="0">
              <a:solidFill>
                <a:srgbClr val="2A2A2A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lang="en-US" sz="2600" dirty="0">
              <a:solidFill>
                <a:srgbClr val="2A2A2A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lang="vi-VN" sz="2600" dirty="0">
                <a:solidFill>
                  <a:srgbClr val="2A2A2A"/>
                </a:solidFill>
                <a:latin typeface="Arial"/>
              </a:rPr>
              <a:t>•  Độ đặc hiệu cao, độ nhạy còn hạn chế: dùng để nhận diện nhóm nguy cơ cao, không dùng để loại trừ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.</a:t>
            </a:r>
          </a:p>
          <a:p>
            <a:pPr algn="just">
              <a:lnSpc>
                <a:spcPct val="110000"/>
              </a:lnSpc>
            </a:pPr>
            <a:endParaRPr lang="en-US" sz="2600" dirty="0">
              <a:solidFill>
                <a:srgbClr val="2A2A2A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lang="vi-VN" sz="2600" dirty="0">
                <a:solidFill>
                  <a:srgbClr val="2A2A2A"/>
                </a:solidFill>
                <a:latin typeface="Arial"/>
              </a:rPr>
              <a:t>•  Không dùng HBeAg đơn độc để đánh giá nguy cơ xơ hóa gan.</a:t>
            </a:r>
            <a:endParaRPr lang="en-US" sz="2600" dirty="0">
              <a:solidFill>
                <a:srgbClr val="2A2A2A"/>
              </a:solidFill>
              <a:latin typeface="Arial"/>
            </a:endParaRPr>
          </a:p>
          <a:p>
            <a:pPr>
              <a:lnSpc>
                <a:spcPct val="110000"/>
              </a:lnSpc>
            </a:pPr>
            <a:endParaRPr sz="24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096DF8-ADA1-3D23-73EE-63330FC63930}"/>
              </a:ext>
            </a:extLst>
          </p:cNvPr>
          <p:cNvSpPr txBox="1"/>
          <p:nvPr/>
        </p:nvSpPr>
        <p:spPr>
          <a:xfrm>
            <a:off x="10357400" y="4076700"/>
            <a:ext cx="6263640" cy="39639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sz="2600" b="0" i="0" dirty="0">
                <a:solidFill>
                  <a:srgbClr val="2A2A2A"/>
                </a:solidFill>
                <a:latin typeface="Arial"/>
              </a:rPr>
              <a:t>• 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Nghiên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cứu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đa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trung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tâm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,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cỡ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mẫu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lớn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hơn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để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kiểm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định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mô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hình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trên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dữ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liệu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độc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 </a:t>
            </a:r>
            <a:r>
              <a:rPr sz="2600" b="0" i="0" dirty="0" err="1">
                <a:solidFill>
                  <a:srgbClr val="2A2A2A"/>
                </a:solidFill>
                <a:latin typeface="Arial"/>
              </a:rPr>
              <a:t>lập</a:t>
            </a:r>
            <a:r>
              <a:rPr sz="2600" b="0" i="0" dirty="0">
                <a:solidFill>
                  <a:srgbClr val="2A2A2A"/>
                </a:solidFill>
                <a:latin typeface="Arial"/>
              </a:rPr>
              <a:t>.</a:t>
            </a:r>
            <a:endParaRPr lang="en-US" sz="2600" b="0" i="0" dirty="0">
              <a:solidFill>
                <a:srgbClr val="2A2A2A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lang="en-US" sz="2600" dirty="0">
              <a:solidFill>
                <a:srgbClr val="2A2A2A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lang="vi-VN" sz="2600" dirty="0">
                <a:solidFill>
                  <a:srgbClr val="2A2A2A"/>
                </a:solidFill>
                <a:latin typeface="Arial"/>
              </a:rPr>
              <a:t>•  Khảo sát điểm cắt ưu tiên độ nhạy cao hơn.</a:t>
            </a:r>
          </a:p>
          <a:p>
            <a:pPr algn="just">
              <a:lnSpc>
                <a:spcPct val="110000"/>
              </a:lnSpc>
            </a:pPr>
            <a:endParaRPr lang="en-US" sz="2600" b="0" i="0" dirty="0">
              <a:solidFill>
                <a:srgbClr val="2A2A2A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lang="vi-VN" sz="2600" dirty="0">
                <a:solidFill>
                  <a:srgbClr val="2A2A2A"/>
                </a:solidFill>
                <a:latin typeface="Arial"/>
              </a:rPr>
              <a:t>•  Bổ sung albumin, bilirubin, số lượng tiểu cầu</a:t>
            </a:r>
            <a:r>
              <a:rPr lang="en-US" sz="2600" dirty="0">
                <a:solidFill>
                  <a:srgbClr val="2A2A2A"/>
                </a:solidFill>
                <a:latin typeface="Arial"/>
              </a:rPr>
              <a:t>.</a:t>
            </a:r>
            <a:endParaRPr sz="2600" b="0" i="0" dirty="0">
              <a:solidFill>
                <a:srgbClr val="2A2A2A"/>
              </a:solidFill>
              <a:latin typeface="Arial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EBDB9E0-A8BF-7BD6-FF98-109DF03AB5EF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67503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CBD4F34-06D6-3D0F-F66D-E47728EF8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0" y="-673100"/>
            <a:ext cx="7239000" cy="4826000"/>
          </a:xfrm>
          <a:prstGeom prst="rect">
            <a:avLst/>
          </a:prstGeom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4263EC3A-A213-B4C7-B7D1-289F2C65C8B1}"/>
              </a:ext>
            </a:extLst>
          </p:cNvPr>
          <p:cNvSpPr txBox="1"/>
          <p:nvPr/>
        </p:nvSpPr>
        <p:spPr>
          <a:xfrm>
            <a:off x="457200" y="2705100"/>
            <a:ext cx="17373600" cy="4158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600" b="1" dirty="0">
                <a:solidFill>
                  <a:srgbClr val="415D4B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XIN CHÂN THÀNH CẢM ƠN QUÝ THẦY CÔ!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68B9A8-1745-8DF8-4F36-648668EA1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457200" y="6134100"/>
            <a:ext cx="7239000" cy="4826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EEDD9EF-973E-8DF5-369C-06F1926F71DC}"/>
              </a:ext>
            </a:extLst>
          </p:cNvPr>
          <p:cNvSpPr/>
          <p:nvPr/>
        </p:nvSpPr>
        <p:spPr>
          <a:xfrm>
            <a:off x="17678400" y="9730284"/>
            <a:ext cx="590266" cy="556715"/>
          </a:xfrm>
          <a:prstGeom prst="ellipse">
            <a:avLst/>
          </a:prstGeom>
          <a:solidFill>
            <a:srgbClr val="C7D3C0"/>
          </a:solidFill>
          <a:ln>
            <a:solidFill>
              <a:srgbClr val="E7EF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F9E75-091E-69BA-0562-FDDE3894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E3EFA86-A124-E7FE-0EF3-CC1C10B96A3F}"/>
              </a:ext>
            </a:extLst>
          </p:cNvPr>
          <p:cNvSpPr txBox="1"/>
          <p:nvPr/>
        </p:nvSpPr>
        <p:spPr>
          <a:xfrm>
            <a:off x="-52317" y="3595824"/>
            <a:ext cx="18364201" cy="3452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NGHIÊN CỨU</a:t>
            </a:r>
            <a:r>
              <a:rPr lang="vi-VN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MÔ HÌNH KẾT HỢP CÁC CHỈ SỐ SINH</a:t>
            </a:r>
            <a:r>
              <a:rPr lang="en-US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 </a:t>
            </a:r>
            <a:endParaRPr lang="en-US" sz="5200" b="1" dirty="0">
              <a:solidFill>
                <a:srgbClr val="415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vi-VN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 BƯỚC ĐẦU ĐÁNH GIÁ NGUY CƠ XƠ GA</a:t>
            </a:r>
            <a:r>
              <a:rPr lang="en-US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vi-VN" sz="5200" b="1" dirty="0">
                <a:solidFill>
                  <a:srgbClr val="415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Ở BỆNH NHÂN VIÊM GAN B MẠN TÍNH</a:t>
            </a:r>
            <a:endParaRPr lang="en-US" sz="5200" b="1" spc="-995" dirty="0">
              <a:solidFill>
                <a:srgbClr val="415D4B"/>
              </a:solidFill>
              <a:latin typeface="Arial" panose="020B0604020202020204" pitchFamily="34" charset="0"/>
              <a:ea typeface="Open Sauce"/>
              <a:cs typeface="Arial" panose="020B0604020202020204" pitchFamily="34" charset="0"/>
              <a:sym typeface="Open Sauce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DC89E6-515B-87C8-E134-AD342EC32E3B}"/>
              </a:ext>
            </a:extLst>
          </p:cNvPr>
          <p:cNvSpPr/>
          <p:nvPr/>
        </p:nvSpPr>
        <p:spPr>
          <a:xfrm>
            <a:off x="2106763" y="2071205"/>
            <a:ext cx="140744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BẢO VỆ LUẬN VĂN THẠC SĨ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7D598F-A4F5-AF19-768B-04948D870F12}"/>
              </a:ext>
            </a:extLst>
          </p:cNvPr>
          <p:cNvSpPr/>
          <p:nvPr/>
        </p:nvSpPr>
        <p:spPr>
          <a:xfrm>
            <a:off x="4680787" y="278585"/>
            <a:ext cx="8444080" cy="1512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vi-VN" sz="2800" b="1" dirty="0">
                <a:solidFill>
                  <a:srgbClr val="3295D3"/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ĐẠI HỌC Y DƯỢC TP. HỒ CHÍ MINH</a:t>
            </a:r>
          </a:p>
          <a:p>
            <a:pPr algn="ctr"/>
            <a:r>
              <a:rPr lang="vi-V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TRƯỜNG ĐIỀU DƯỠNG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-</a:t>
            </a:r>
            <a:r>
              <a:rPr lang="vi-V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 KỸ THUẬT Y HỌC </a:t>
            </a:r>
          </a:p>
          <a:p>
            <a:pPr algn="ctr"/>
            <a:r>
              <a:rPr lang="vi-VN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Noto Sans"/>
                <a:cs typeface="Arial" panose="020B0604020202020204" pitchFamily="34" charset="0"/>
              </a:rPr>
              <a:t>BỘ MÔN XÉT NGHIỆM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Noto Sans"/>
              <a:cs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CC70E34-D880-1C62-E354-FE2DC63DEB63}"/>
              </a:ext>
            </a:extLst>
          </p:cNvPr>
          <p:cNvSpPr>
            <a:spLocks noChangeAspect="1"/>
          </p:cNvSpPr>
          <p:nvPr/>
        </p:nvSpPr>
        <p:spPr>
          <a:xfrm>
            <a:off x="388336" y="273579"/>
            <a:ext cx="1676400" cy="16764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ASAP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8D085-7A0E-36E2-F2EE-0E69F94167D2}"/>
              </a:ext>
            </a:extLst>
          </p:cNvPr>
          <p:cNvSpPr txBox="1"/>
          <p:nvPr/>
        </p:nvSpPr>
        <p:spPr>
          <a:xfrm>
            <a:off x="4217527" y="7810500"/>
            <a:ext cx="9929146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HỌC VIÊN: NGUYỄN QUỲNH ĐAN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GIẢNG VIÊN HƯỚNG DẪN: PGS.TS. TRẦN THÀNH VINH</a:t>
            </a:r>
          </a:p>
        </p:txBody>
      </p:sp>
      <p:pic>
        <p:nvPicPr>
          <p:cNvPr id="3" name="Google Shape;55;p1">
            <a:extLst>
              <a:ext uri="{FF2B5EF4-FFF2-40B4-BE49-F238E27FC236}">
                <a16:creationId xmlns:a16="http://schemas.microsoft.com/office/drawing/2014/main" id="{396CD454-6430-FBCC-E00E-08B910E64D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0618" y="281054"/>
            <a:ext cx="1759046" cy="175432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3141D7-FCBA-3A4F-95CA-911C54564397}"/>
              </a:ext>
            </a:extLst>
          </p:cNvPr>
          <p:cNvSpPr txBox="1"/>
          <p:nvPr/>
        </p:nvSpPr>
        <p:spPr>
          <a:xfrm>
            <a:off x="5562600" y="9808360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phố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Chí Minh,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 </a:t>
            </a:r>
            <a:r>
              <a:rPr lang="en-U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năm</a:t>
            </a: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44642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3627</Words>
  <Application>Microsoft Office PowerPoint</Application>
  <PresentationFormat>Custom</PresentationFormat>
  <Paragraphs>488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Arial</vt:lpstr>
      <vt:lpstr>ASAP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Professionnelle Minimaliste Services Conciergerie Vert Beige</dc:title>
  <cp:lastModifiedBy>Dan Quynh</cp:lastModifiedBy>
  <cp:revision>3</cp:revision>
  <dcterms:created xsi:type="dcterms:W3CDTF">2006-08-16T00:00:00Z</dcterms:created>
  <dcterms:modified xsi:type="dcterms:W3CDTF">2026-10-06T02:08:48Z</dcterms:modified>
  <dc:identifier>DAHV4RdJt5M</dc:identifier>
</cp:coreProperties>
</file>